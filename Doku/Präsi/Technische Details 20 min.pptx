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63" r:id="rId4"/>
    <p:sldId id="257" r:id="rId5"/>
    <p:sldId id="264" r:id="rId6"/>
    <p:sldId id="259" r:id="rId7"/>
    <p:sldId id="265" r:id="rId8"/>
    <p:sldId id="266" r:id="rId9"/>
    <p:sldId id="267" r:id="rId10"/>
    <p:sldId id="260" r:id="rId11"/>
    <p:sldId id="261" r:id="rId12"/>
    <p:sldId id="262" r:id="rId1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18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13BA19-C4A7-0BED-2434-8996AB2046EF}" v="2057" dt="2026-01-15T01:55:31.9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makatt" userId="S::stmakatt@hochschulekempten.onmicrosoft.com::6ebfdbce-4b09-4207-8a01-67e48fa59848" providerId="AD" clId="Web-{2713BA19-C4A7-0BED-2434-8996AB2046EF}"/>
    <pc:docChg chg="mod addSld delSld modSld sldOrd addMainMaster delMainMaster">
      <pc:chgData name="stmakatt" userId="S::stmakatt@hochschulekempten.onmicrosoft.com::6ebfdbce-4b09-4207-8a01-67e48fa59848" providerId="AD" clId="Web-{2713BA19-C4A7-0BED-2434-8996AB2046EF}" dt="2026-01-15T01:55:31.974" v="1958"/>
      <pc:docMkLst>
        <pc:docMk/>
      </pc:docMkLst>
      <pc:sldChg chg="modSp mod modClrScheme chgLayout">
        <pc:chgData name="stmakatt" userId="S::stmakatt@hochschulekempten.onmicrosoft.com::6ebfdbce-4b09-4207-8a01-67e48fa59848" providerId="AD" clId="Web-{2713BA19-C4A7-0BED-2434-8996AB2046EF}" dt="2026-01-14T18:51:16.753" v="340" actId="20577"/>
        <pc:sldMkLst>
          <pc:docMk/>
          <pc:sldMk cId="1577499883" sldId="256"/>
        </pc:sldMkLst>
        <pc:spChg chg="mod ord">
          <ac:chgData name="stmakatt" userId="S::stmakatt@hochschulekempten.onmicrosoft.com::6ebfdbce-4b09-4207-8a01-67e48fa59848" providerId="AD" clId="Web-{2713BA19-C4A7-0BED-2434-8996AB2046EF}" dt="2026-01-14T18:51:12.550" v="338" actId="20577"/>
          <ac:spMkLst>
            <pc:docMk/>
            <pc:sldMk cId="1577499883" sldId="256"/>
            <ac:spMk id="2" creationId="{00000000-0000-0000-0000-000000000000}"/>
          </ac:spMkLst>
        </pc:spChg>
        <pc:spChg chg="mod ord">
          <ac:chgData name="stmakatt" userId="S::stmakatt@hochschulekempten.onmicrosoft.com::6ebfdbce-4b09-4207-8a01-67e48fa59848" providerId="AD" clId="Web-{2713BA19-C4A7-0BED-2434-8996AB2046EF}" dt="2026-01-14T18:51:16.753" v="340" actId="20577"/>
          <ac:spMkLst>
            <pc:docMk/>
            <pc:sldMk cId="1577499883" sldId="256"/>
            <ac:spMk id="3" creationId="{00000000-0000-0000-0000-000000000000}"/>
          </ac:spMkLst>
        </pc:spChg>
      </pc:sldChg>
      <pc:sldChg chg="addSp delSp modSp new addAnim delAnim">
        <pc:chgData name="stmakatt" userId="S::stmakatt@hochschulekempten.onmicrosoft.com::6ebfdbce-4b09-4207-8a01-67e48fa59848" providerId="AD" clId="Web-{2713BA19-C4A7-0BED-2434-8996AB2046EF}" dt="2026-01-15T01:44:56.359" v="1827" actId="14100"/>
        <pc:sldMkLst>
          <pc:docMk/>
          <pc:sldMk cId="1333378698" sldId="257"/>
        </pc:sldMkLst>
        <pc:spChg chg="mod">
          <ac:chgData name="stmakatt" userId="S::stmakatt@hochschulekempten.onmicrosoft.com::6ebfdbce-4b09-4207-8a01-67e48fa59848" providerId="AD" clId="Web-{2713BA19-C4A7-0BED-2434-8996AB2046EF}" dt="2026-01-14T19:14:53.681" v="575" actId="20577"/>
          <ac:spMkLst>
            <pc:docMk/>
            <pc:sldMk cId="1333378698" sldId="257"/>
            <ac:spMk id="2" creationId="{B6F37E5D-7A10-CEC3-FF9C-5BAF55EBE157}"/>
          </ac:spMkLst>
        </pc:spChg>
        <pc:spChg chg="del">
          <ac:chgData name="stmakatt" userId="S::stmakatt@hochschulekempten.onmicrosoft.com::6ebfdbce-4b09-4207-8a01-67e48fa59848" providerId="AD" clId="Web-{2713BA19-C4A7-0BED-2434-8996AB2046EF}" dt="2026-01-14T17:25:16.256" v="67"/>
          <ac:spMkLst>
            <pc:docMk/>
            <pc:sldMk cId="1333378698" sldId="257"/>
            <ac:spMk id="3" creationId="{CDEE0E75-F9C8-DC2C-F487-830FA0D10B9A}"/>
          </ac:spMkLst>
        </pc:spChg>
        <pc:spChg chg="add del">
          <ac:chgData name="stmakatt" userId="S::stmakatt@hochschulekempten.onmicrosoft.com::6ebfdbce-4b09-4207-8a01-67e48fa59848" providerId="AD" clId="Web-{2713BA19-C4A7-0BED-2434-8996AB2046EF}" dt="2026-01-14T18:44:49.657" v="184"/>
          <ac:spMkLst>
            <pc:docMk/>
            <pc:sldMk cId="1333378698" sldId="257"/>
            <ac:spMk id="4" creationId="{31579D76-3985-C545-EFE9-59B48B769734}"/>
          </ac:spMkLst>
        </pc:spChg>
        <pc:spChg chg="add del mod">
          <ac:chgData name="stmakatt" userId="S::stmakatt@hochschulekempten.onmicrosoft.com::6ebfdbce-4b09-4207-8a01-67e48fa59848" providerId="AD" clId="Web-{2713BA19-C4A7-0BED-2434-8996AB2046EF}" dt="2026-01-15T01:40:34.375" v="1720"/>
          <ac:spMkLst>
            <pc:docMk/>
            <pc:sldMk cId="1333378698" sldId="257"/>
            <ac:spMk id="4" creationId="{A117870C-AEF6-27CB-CDFE-EFE94A7B55F8}"/>
          </ac:spMkLst>
        </pc:spChg>
        <pc:spChg chg="add del mod">
          <ac:chgData name="stmakatt" userId="S::stmakatt@hochschulekempten.onmicrosoft.com::6ebfdbce-4b09-4207-8a01-67e48fa59848" providerId="AD" clId="Web-{2713BA19-C4A7-0BED-2434-8996AB2046EF}" dt="2026-01-14T18:55:45.213" v="386"/>
          <ac:spMkLst>
            <pc:docMk/>
            <pc:sldMk cId="1333378698" sldId="257"/>
            <ac:spMk id="5" creationId="{514910B3-4732-675F-CBFA-38279F134457}"/>
          </ac:spMkLst>
        </pc:spChg>
        <pc:spChg chg="add del mod">
          <ac:chgData name="stmakatt" userId="S::stmakatt@hochschulekempten.onmicrosoft.com::6ebfdbce-4b09-4207-8a01-67e48fa59848" providerId="AD" clId="Web-{2713BA19-C4A7-0BED-2434-8996AB2046EF}" dt="2026-01-15T01:40:19.937" v="1719"/>
          <ac:spMkLst>
            <pc:docMk/>
            <pc:sldMk cId="1333378698" sldId="257"/>
            <ac:spMk id="6" creationId="{3C8B306B-DF02-81DE-80BE-B18599EC3B76}"/>
          </ac:spMkLst>
        </pc:spChg>
        <pc:spChg chg="add del mod">
          <ac:chgData name="stmakatt" userId="S::stmakatt@hochschulekempten.onmicrosoft.com::6ebfdbce-4b09-4207-8a01-67e48fa59848" providerId="AD" clId="Web-{2713BA19-C4A7-0BED-2434-8996AB2046EF}" dt="2026-01-14T18:55:46.338" v="388"/>
          <ac:spMkLst>
            <pc:docMk/>
            <pc:sldMk cId="1333378698" sldId="257"/>
            <ac:spMk id="7" creationId="{9BF04AA3-1D6F-BA3B-A48C-1B30745CE254}"/>
          </ac:spMkLst>
        </pc:spChg>
        <pc:spChg chg="add del">
          <ac:chgData name="stmakatt" userId="S::stmakatt@hochschulekempten.onmicrosoft.com::6ebfdbce-4b09-4207-8a01-67e48fa59848" providerId="AD" clId="Web-{2713BA19-C4A7-0BED-2434-8996AB2046EF}" dt="2026-01-15T01:40:08.641" v="1713"/>
          <ac:spMkLst>
            <pc:docMk/>
            <pc:sldMk cId="1333378698" sldId="257"/>
            <ac:spMk id="8" creationId="{D927432F-7F4C-7F54-440E-0103124D96F1}"/>
          </ac:spMkLst>
        </pc:spChg>
        <pc:spChg chg="add del mod">
          <ac:chgData name="stmakatt" userId="S::stmakatt@hochschulekempten.onmicrosoft.com::6ebfdbce-4b09-4207-8a01-67e48fa59848" providerId="AD" clId="Web-{2713BA19-C4A7-0BED-2434-8996AB2046EF}" dt="2026-01-14T18:55:46.338" v="387"/>
          <ac:spMkLst>
            <pc:docMk/>
            <pc:sldMk cId="1333378698" sldId="257"/>
            <ac:spMk id="9" creationId="{325DF598-8EFE-B5B2-C257-94A8F06F130A}"/>
          </ac:spMkLst>
        </pc:spChg>
        <pc:spChg chg="add del">
          <ac:chgData name="stmakatt" userId="S::stmakatt@hochschulekempten.onmicrosoft.com::6ebfdbce-4b09-4207-8a01-67e48fa59848" providerId="AD" clId="Web-{2713BA19-C4A7-0BED-2434-8996AB2046EF}" dt="2026-01-15T01:40:08.641" v="1714"/>
          <ac:spMkLst>
            <pc:docMk/>
            <pc:sldMk cId="1333378698" sldId="257"/>
            <ac:spMk id="10" creationId="{1C5130FB-9079-0084-9C41-E03241B78215}"/>
          </ac:spMkLst>
        </pc:spChg>
        <pc:spChg chg="add mod">
          <ac:chgData name="stmakatt" userId="S::stmakatt@hochschulekempten.onmicrosoft.com::6ebfdbce-4b09-4207-8a01-67e48fa59848" providerId="AD" clId="Web-{2713BA19-C4A7-0BED-2434-8996AB2046EF}" dt="2026-01-14T19:07:12.578" v="443" actId="20577"/>
          <ac:spMkLst>
            <pc:docMk/>
            <pc:sldMk cId="1333378698" sldId="257"/>
            <ac:spMk id="11" creationId="{47D2F494-7BE2-1DD7-784D-D3AB47611A77}"/>
          </ac:spMkLst>
        </pc:spChg>
        <pc:spChg chg="add mod">
          <ac:chgData name="stmakatt" userId="S::stmakatt@hochschulekempten.onmicrosoft.com::6ebfdbce-4b09-4207-8a01-67e48fa59848" providerId="AD" clId="Web-{2713BA19-C4A7-0BED-2434-8996AB2046EF}" dt="2026-01-14T19:06:35.015" v="413" actId="1076"/>
          <ac:spMkLst>
            <pc:docMk/>
            <pc:sldMk cId="1333378698" sldId="257"/>
            <ac:spMk id="13" creationId="{C0D583AC-DE23-5C28-9B94-CE3E90190B4C}"/>
          </ac:spMkLst>
        </pc:spChg>
        <pc:spChg chg="add del">
          <ac:chgData name="stmakatt" userId="S::stmakatt@hochschulekempten.onmicrosoft.com::6ebfdbce-4b09-4207-8a01-67e48fa59848" providerId="AD" clId="Web-{2713BA19-C4A7-0BED-2434-8996AB2046EF}" dt="2026-01-15T01:40:08.641" v="1715"/>
          <ac:spMkLst>
            <pc:docMk/>
            <pc:sldMk cId="1333378698" sldId="257"/>
            <ac:spMk id="14" creationId="{D80FFDDC-E7E1-DB72-45AB-BAAAD8DB2711}"/>
          </ac:spMkLst>
        </pc:spChg>
        <pc:spChg chg="add mod">
          <ac:chgData name="stmakatt" userId="S::stmakatt@hochschulekempten.onmicrosoft.com::6ebfdbce-4b09-4207-8a01-67e48fa59848" providerId="AD" clId="Web-{2713BA19-C4A7-0BED-2434-8996AB2046EF}" dt="2026-01-14T19:08:58.797" v="472" actId="20577"/>
          <ac:spMkLst>
            <pc:docMk/>
            <pc:sldMk cId="1333378698" sldId="257"/>
            <ac:spMk id="15" creationId="{10904F2D-423F-38B0-9D61-07ECD72E6BDB}"/>
          </ac:spMkLst>
        </pc:spChg>
        <pc:spChg chg="add mod">
          <ac:chgData name="stmakatt" userId="S::stmakatt@hochschulekempten.onmicrosoft.com::6ebfdbce-4b09-4207-8a01-67e48fa59848" providerId="AD" clId="Web-{2713BA19-C4A7-0BED-2434-8996AB2046EF}" dt="2026-01-14T19:11:04.442" v="523" actId="1076"/>
          <ac:spMkLst>
            <pc:docMk/>
            <pc:sldMk cId="1333378698" sldId="257"/>
            <ac:spMk id="17" creationId="{1DB0017D-E3E6-207F-4C87-68C102C3E983}"/>
          </ac:spMkLst>
        </pc:spChg>
        <pc:spChg chg="add del">
          <ac:chgData name="stmakatt" userId="S::stmakatt@hochschulekempten.onmicrosoft.com::6ebfdbce-4b09-4207-8a01-67e48fa59848" providerId="AD" clId="Web-{2713BA19-C4A7-0BED-2434-8996AB2046EF}" dt="2026-01-15T01:40:08.641" v="1716"/>
          <ac:spMkLst>
            <pc:docMk/>
            <pc:sldMk cId="1333378698" sldId="257"/>
            <ac:spMk id="18" creationId="{DD150034-7B47-70AC-116B-AA457C416006}"/>
          </ac:spMkLst>
        </pc:spChg>
        <pc:spChg chg="add del mod ord">
          <ac:chgData name="stmakatt" userId="S::stmakatt@hochschulekempten.onmicrosoft.com::6ebfdbce-4b09-4207-8a01-67e48fa59848" providerId="AD" clId="Web-{2713BA19-C4A7-0BED-2434-8996AB2046EF}" dt="2026-01-15T01:43:30.828" v="1810"/>
          <ac:spMkLst>
            <pc:docMk/>
            <pc:sldMk cId="1333378698" sldId="257"/>
            <ac:spMk id="19" creationId="{C5F884AA-2EF5-4570-E8C6-25C9EE0CFFB4}"/>
          </ac:spMkLst>
        </pc:spChg>
        <pc:spChg chg="add del mod">
          <ac:chgData name="stmakatt" userId="S::stmakatt@hochschulekempten.onmicrosoft.com::6ebfdbce-4b09-4207-8a01-67e48fa59848" providerId="AD" clId="Web-{2713BA19-C4A7-0BED-2434-8996AB2046EF}" dt="2026-01-14T19:11:08.020" v="524"/>
          <ac:spMkLst>
            <pc:docMk/>
            <pc:sldMk cId="1333378698" sldId="257"/>
            <ac:spMk id="19" creationId="{C6EC1491-0CF3-83D7-57D3-41EA8F7A187E}"/>
          </ac:spMkLst>
        </pc:spChg>
        <pc:spChg chg="add del mod">
          <ac:chgData name="stmakatt" userId="S::stmakatt@hochschulekempten.onmicrosoft.com::6ebfdbce-4b09-4207-8a01-67e48fa59848" providerId="AD" clId="Web-{2713BA19-C4A7-0BED-2434-8996AB2046EF}" dt="2026-01-15T01:43:31.406" v="1811"/>
          <ac:spMkLst>
            <pc:docMk/>
            <pc:sldMk cId="1333378698" sldId="257"/>
            <ac:spMk id="20" creationId="{835E68E0-E4AD-F15F-63AA-464D3E960BA8}"/>
          </ac:spMkLst>
        </pc:spChg>
        <pc:spChg chg="add mod">
          <ac:chgData name="stmakatt" userId="S::stmakatt@hochschulekempten.onmicrosoft.com::6ebfdbce-4b09-4207-8a01-67e48fa59848" providerId="AD" clId="Web-{2713BA19-C4A7-0BED-2434-8996AB2046EF}" dt="2026-01-15T01:44:38.609" v="1822" actId="14100"/>
          <ac:spMkLst>
            <pc:docMk/>
            <pc:sldMk cId="1333378698" sldId="257"/>
            <ac:spMk id="21" creationId="{1447C1A8-4438-A639-5925-315FC7951E64}"/>
          </ac:spMkLst>
        </pc:spChg>
        <pc:spChg chg="add mod">
          <ac:chgData name="stmakatt" userId="S::stmakatt@hochschulekempten.onmicrosoft.com::6ebfdbce-4b09-4207-8a01-67e48fa59848" providerId="AD" clId="Web-{2713BA19-C4A7-0BED-2434-8996AB2046EF}" dt="2026-01-15T01:44:56.359" v="1827" actId="14100"/>
          <ac:spMkLst>
            <pc:docMk/>
            <pc:sldMk cId="1333378698" sldId="257"/>
            <ac:spMk id="22" creationId="{254BA969-A6F2-0D43-752E-4DA156F9E419}"/>
          </ac:spMkLst>
        </pc:spChg>
      </pc:sldChg>
      <pc:sldChg chg="modSp new ord">
        <pc:chgData name="stmakatt" userId="S::stmakatt@hochschulekempten.onmicrosoft.com::6ebfdbce-4b09-4207-8a01-67e48fa59848" providerId="AD" clId="Web-{2713BA19-C4A7-0BED-2434-8996AB2046EF}" dt="2026-01-14T18:51:59.831" v="355" actId="20577"/>
        <pc:sldMkLst>
          <pc:docMk/>
          <pc:sldMk cId="1674002384" sldId="258"/>
        </pc:sldMkLst>
        <pc:spChg chg="mod">
          <ac:chgData name="stmakatt" userId="S::stmakatt@hochschulekempten.onmicrosoft.com::6ebfdbce-4b09-4207-8a01-67e48fa59848" providerId="AD" clId="Web-{2713BA19-C4A7-0BED-2434-8996AB2046EF}" dt="2026-01-14T18:51:07.269" v="335" actId="20577"/>
          <ac:spMkLst>
            <pc:docMk/>
            <pc:sldMk cId="1674002384" sldId="258"/>
            <ac:spMk id="2" creationId="{E3BFD6ED-4C38-57D0-805C-B2E8950213DB}"/>
          </ac:spMkLst>
        </pc:spChg>
        <pc:spChg chg="mod">
          <ac:chgData name="stmakatt" userId="S::stmakatt@hochschulekempten.onmicrosoft.com::6ebfdbce-4b09-4207-8a01-67e48fa59848" providerId="AD" clId="Web-{2713BA19-C4A7-0BED-2434-8996AB2046EF}" dt="2026-01-14T18:51:59.831" v="355" actId="20577"/>
          <ac:spMkLst>
            <pc:docMk/>
            <pc:sldMk cId="1674002384" sldId="258"/>
            <ac:spMk id="3" creationId="{18F30666-CF84-D61A-7E2F-B6D7A73EF542}"/>
          </ac:spMkLst>
        </pc:spChg>
      </pc:sldChg>
      <pc:sldChg chg="addSp delSp modSp new ord addAnim">
        <pc:chgData name="stmakatt" userId="S::stmakatt@hochschulekempten.onmicrosoft.com::6ebfdbce-4b09-4207-8a01-67e48fa59848" providerId="AD" clId="Web-{2713BA19-C4A7-0BED-2434-8996AB2046EF}" dt="2026-01-15T01:46:41.754" v="1912"/>
        <pc:sldMkLst>
          <pc:docMk/>
          <pc:sldMk cId="1371563461" sldId="259"/>
        </pc:sldMkLst>
        <pc:spChg chg="mod ord">
          <ac:chgData name="stmakatt" userId="S::stmakatt@hochschulekempten.onmicrosoft.com::6ebfdbce-4b09-4207-8a01-67e48fa59848" providerId="AD" clId="Web-{2713BA19-C4A7-0BED-2434-8996AB2046EF}" dt="2026-01-15T01:46:41.754" v="1912"/>
          <ac:spMkLst>
            <pc:docMk/>
            <pc:sldMk cId="1371563461" sldId="259"/>
            <ac:spMk id="2" creationId="{F3EB3BBE-2136-09A4-D44C-2CADD7912EB7}"/>
          </ac:spMkLst>
        </pc:spChg>
        <pc:spChg chg="del">
          <ac:chgData name="stmakatt" userId="S::stmakatt@hochschulekempten.onmicrosoft.com::6ebfdbce-4b09-4207-8a01-67e48fa59848" providerId="AD" clId="Web-{2713BA19-C4A7-0BED-2434-8996AB2046EF}" dt="2026-01-14T19:16:38.870" v="577"/>
          <ac:spMkLst>
            <pc:docMk/>
            <pc:sldMk cId="1371563461" sldId="259"/>
            <ac:spMk id="3" creationId="{8AD1AF2D-ED9D-36DC-40FE-C21941B076C0}"/>
          </ac:spMkLst>
        </pc:spChg>
        <pc:spChg chg="add mod ord">
          <ac:chgData name="stmakatt" userId="S::stmakatt@hochschulekempten.onmicrosoft.com::6ebfdbce-4b09-4207-8a01-67e48fa59848" providerId="AD" clId="Web-{2713BA19-C4A7-0BED-2434-8996AB2046EF}" dt="2026-01-15T01:46:38.051" v="1889"/>
          <ac:spMkLst>
            <pc:docMk/>
            <pc:sldMk cId="1371563461" sldId="259"/>
            <ac:spMk id="4" creationId="{B7417CA4-0318-D6F6-FF3A-5587F1CB135E}"/>
          </ac:spMkLst>
        </pc:spChg>
        <pc:spChg chg="add mod ord">
          <ac:chgData name="stmakatt" userId="S::stmakatt@hochschulekempten.onmicrosoft.com::6ebfdbce-4b09-4207-8a01-67e48fa59848" providerId="AD" clId="Web-{2713BA19-C4A7-0BED-2434-8996AB2046EF}" dt="2026-01-15T01:46:37.926" v="1888"/>
          <ac:spMkLst>
            <pc:docMk/>
            <pc:sldMk cId="1371563461" sldId="259"/>
            <ac:spMk id="5" creationId="{54823390-3C22-0BC2-78B3-7B972F896DDC}"/>
          </ac:spMkLst>
        </pc:spChg>
        <pc:spChg chg="add ord">
          <ac:chgData name="stmakatt" userId="S::stmakatt@hochschulekempten.onmicrosoft.com::6ebfdbce-4b09-4207-8a01-67e48fa59848" providerId="AD" clId="Web-{2713BA19-C4A7-0BED-2434-8996AB2046EF}" dt="2026-01-15T01:46:38.254" v="1891"/>
          <ac:spMkLst>
            <pc:docMk/>
            <pc:sldMk cId="1371563461" sldId="259"/>
            <ac:spMk id="6" creationId="{8F59EBF3-B12F-0073-AC8B-48DAF1AEE7A0}"/>
          </ac:spMkLst>
        </pc:spChg>
        <pc:spChg chg="add mod ord">
          <ac:chgData name="stmakatt" userId="S::stmakatt@hochschulekempten.onmicrosoft.com::6ebfdbce-4b09-4207-8a01-67e48fa59848" providerId="AD" clId="Web-{2713BA19-C4A7-0BED-2434-8996AB2046EF}" dt="2026-01-15T01:46:38.098" v="1890"/>
          <ac:spMkLst>
            <pc:docMk/>
            <pc:sldMk cId="1371563461" sldId="259"/>
            <ac:spMk id="7" creationId="{5F9449D2-85AA-F5D6-D1FE-CFDB31A0F2A3}"/>
          </ac:spMkLst>
        </pc:spChg>
        <pc:spChg chg="add mod ord">
          <ac:chgData name="stmakatt" userId="S::stmakatt@hochschulekempten.onmicrosoft.com::6ebfdbce-4b09-4207-8a01-67e48fa59848" providerId="AD" clId="Web-{2713BA19-C4A7-0BED-2434-8996AB2046EF}" dt="2026-01-15T01:46:38.317" v="1892"/>
          <ac:spMkLst>
            <pc:docMk/>
            <pc:sldMk cId="1371563461" sldId="259"/>
            <ac:spMk id="9" creationId="{E9121FE6-5BD1-DAF1-A9D7-4D4374F9922D}"/>
          </ac:spMkLst>
        </pc:spChg>
        <pc:spChg chg="add mod ord">
          <ac:chgData name="stmakatt" userId="S::stmakatt@hochschulekempten.onmicrosoft.com::6ebfdbce-4b09-4207-8a01-67e48fa59848" providerId="AD" clId="Web-{2713BA19-C4A7-0BED-2434-8996AB2046EF}" dt="2026-01-15T01:46:38.442" v="1893"/>
          <ac:spMkLst>
            <pc:docMk/>
            <pc:sldMk cId="1371563461" sldId="259"/>
            <ac:spMk id="11" creationId="{91FCB367-4705-BB91-271C-FEE69DDBA507}"/>
          </ac:spMkLst>
        </pc:spChg>
        <pc:spChg chg="add ord">
          <ac:chgData name="stmakatt" userId="S::stmakatt@hochschulekempten.onmicrosoft.com::6ebfdbce-4b09-4207-8a01-67e48fa59848" providerId="AD" clId="Web-{2713BA19-C4A7-0BED-2434-8996AB2046EF}" dt="2026-01-15T01:46:38.645" v="1894"/>
          <ac:spMkLst>
            <pc:docMk/>
            <pc:sldMk cId="1371563461" sldId="259"/>
            <ac:spMk id="13" creationId="{32BAB9B0-049D-6CB5-B5BE-F98F3BB8FFA0}"/>
          </ac:spMkLst>
        </pc:spChg>
        <pc:spChg chg="add ord">
          <ac:chgData name="stmakatt" userId="S::stmakatt@hochschulekempten.onmicrosoft.com::6ebfdbce-4b09-4207-8a01-67e48fa59848" providerId="AD" clId="Web-{2713BA19-C4A7-0BED-2434-8996AB2046EF}" dt="2026-01-15T01:46:38.739" v="1895"/>
          <ac:spMkLst>
            <pc:docMk/>
            <pc:sldMk cId="1371563461" sldId="259"/>
            <ac:spMk id="15" creationId="{4720DB30-1315-7305-A45B-4DA4C9CE1F11}"/>
          </ac:spMkLst>
        </pc:spChg>
        <pc:spChg chg="add ord">
          <ac:chgData name="stmakatt" userId="S::stmakatt@hochschulekempten.onmicrosoft.com::6ebfdbce-4b09-4207-8a01-67e48fa59848" providerId="AD" clId="Web-{2713BA19-C4A7-0BED-2434-8996AB2046EF}" dt="2026-01-15T01:46:38.832" v="1896"/>
          <ac:spMkLst>
            <pc:docMk/>
            <pc:sldMk cId="1371563461" sldId="259"/>
            <ac:spMk id="17" creationId="{FCC8926A-6B6B-9E6A-FCCC-244B50F305B8}"/>
          </ac:spMkLst>
        </pc:spChg>
        <pc:spChg chg="add mod">
          <ac:chgData name="stmakatt" userId="S::stmakatt@hochschulekempten.onmicrosoft.com::6ebfdbce-4b09-4207-8a01-67e48fa59848" providerId="AD" clId="Web-{2713BA19-C4A7-0BED-2434-8996AB2046EF}" dt="2026-01-15T01:46:23.489" v="1887" actId="14100"/>
          <ac:spMkLst>
            <pc:docMk/>
            <pc:sldMk cId="1371563461" sldId="259"/>
            <ac:spMk id="19" creationId="{93C5DFB8-ADA8-15CF-1AFE-D37B787425A6}"/>
          </ac:spMkLst>
        </pc:spChg>
        <pc:spChg chg="add del mod">
          <ac:chgData name="stmakatt" userId="S::stmakatt@hochschulekempten.onmicrosoft.com::6ebfdbce-4b09-4207-8a01-67e48fa59848" providerId="AD" clId="Web-{2713BA19-C4A7-0BED-2434-8996AB2046EF}" dt="2026-01-15T01:45:55.864" v="1876"/>
          <ac:spMkLst>
            <pc:docMk/>
            <pc:sldMk cId="1371563461" sldId="259"/>
            <ac:spMk id="21" creationId="{E1A77ECA-6545-B568-F84D-E21DECE4CB46}"/>
          </ac:spMkLst>
        </pc:spChg>
        <pc:spChg chg="add mod ord">
          <ac:chgData name="stmakatt" userId="S::stmakatt@hochschulekempten.onmicrosoft.com::6ebfdbce-4b09-4207-8a01-67e48fa59848" providerId="AD" clId="Web-{2713BA19-C4A7-0BED-2434-8996AB2046EF}" dt="2026-01-15T01:46:38.911" v="1897"/>
          <ac:spMkLst>
            <pc:docMk/>
            <pc:sldMk cId="1371563461" sldId="259"/>
            <ac:spMk id="22" creationId="{669D026B-16E8-B8BC-297B-BFBEE10B2AA6}"/>
          </ac:spMkLst>
        </pc:spChg>
        <pc:spChg chg="add del mod">
          <ac:chgData name="stmakatt" userId="S::stmakatt@hochschulekempten.onmicrosoft.com::6ebfdbce-4b09-4207-8a01-67e48fa59848" providerId="AD" clId="Web-{2713BA19-C4A7-0BED-2434-8996AB2046EF}" dt="2026-01-15T01:45:55.286" v="1875"/>
          <ac:spMkLst>
            <pc:docMk/>
            <pc:sldMk cId="1371563461" sldId="259"/>
            <ac:spMk id="23" creationId="{6B581ADF-22C0-3E42-0FE8-E26B7479C353}"/>
          </ac:spMkLst>
        </pc:spChg>
        <pc:spChg chg="add mod ord">
          <ac:chgData name="stmakatt" userId="S::stmakatt@hochschulekempten.onmicrosoft.com::6ebfdbce-4b09-4207-8a01-67e48fa59848" providerId="AD" clId="Web-{2713BA19-C4A7-0BED-2434-8996AB2046EF}" dt="2026-01-15T01:46:38.989" v="1898"/>
          <ac:spMkLst>
            <pc:docMk/>
            <pc:sldMk cId="1371563461" sldId="259"/>
            <ac:spMk id="24" creationId="{D0C4F2D9-8FE0-CC4F-A6EC-5AD433C61B6B}"/>
          </ac:spMkLst>
        </pc:spChg>
        <pc:spChg chg="add mod ord">
          <ac:chgData name="stmakatt" userId="S::stmakatt@hochschulekempten.onmicrosoft.com::6ebfdbce-4b09-4207-8a01-67e48fa59848" providerId="AD" clId="Web-{2713BA19-C4A7-0BED-2434-8996AB2046EF}" dt="2026-01-15T01:46:39.098" v="1899"/>
          <ac:spMkLst>
            <pc:docMk/>
            <pc:sldMk cId="1371563461" sldId="259"/>
            <ac:spMk id="25" creationId="{4E91AD00-ED25-0A48-0E2E-6D512E53684E}"/>
          </ac:spMkLst>
        </pc:spChg>
      </pc:sldChg>
      <pc:sldChg chg="addSp delSp modSp new addAnim">
        <pc:chgData name="stmakatt" userId="S::stmakatt@hochschulekempten.onmicrosoft.com::6ebfdbce-4b09-4207-8a01-67e48fa59848" providerId="AD" clId="Web-{2713BA19-C4A7-0BED-2434-8996AB2046EF}" dt="2026-01-15T01:41:27.203" v="1766"/>
        <pc:sldMkLst>
          <pc:docMk/>
          <pc:sldMk cId="2665315215" sldId="260"/>
        </pc:sldMkLst>
        <pc:spChg chg="mod">
          <ac:chgData name="stmakatt" userId="S::stmakatt@hochschulekempten.onmicrosoft.com::6ebfdbce-4b09-4207-8a01-67e48fa59848" providerId="AD" clId="Web-{2713BA19-C4A7-0BED-2434-8996AB2046EF}" dt="2026-01-14T18:51:31.956" v="346" actId="20577"/>
          <ac:spMkLst>
            <pc:docMk/>
            <pc:sldMk cId="2665315215" sldId="260"/>
            <ac:spMk id="2" creationId="{2C9B79E7-EE11-F199-89EA-A9DB5E52F085}"/>
          </ac:spMkLst>
        </pc:spChg>
        <pc:spChg chg="del">
          <ac:chgData name="stmakatt" userId="S::stmakatt@hochschulekempten.onmicrosoft.com::6ebfdbce-4b09-4207-8a01-67e48fa59848" providerId="AD" clId="Web-{2713BA19-C4A7-0BED-2434-8996AB2046EF}" dt="2026-01-15T00:06:04.697" v="1333"/>
          <ac:spMkLst>
            <pc:docMk/>
            <pc:sldMk cId="2665315215" sldId="260"/>
            <ac:spMk id="3" creationId="{0E1703A1-516D-7396-0266-8DBE4FFB4DEE}"/>
          </ac:spMkLst>
        </pc:spChg>
        <pc:spChg chg="add">
          <ac:chgData name="stmakatt" userId="S::stmakatt@hochschulekempten.onmicrosoft.com::6ebfdbce-4b09-4207-8a01-67e48fa59848" providerId="AD" clId="Web-{2713BA19-C4A7-0BED-2434-8996AB2046EF}" dt="2026-01-15T01:41:14.703" v="1755"/>
          <ac:spMkLst>
            <pc:docMk/>
            <pc:sldMk cId="2665315215" sldId="260"/>
            <ac:spMk id="4" creationId="{9D8B66F6-FA43-299A-9F11-72D0659CB97E}"/>
          </ac:spMkLst>
        </pc:spChg>
        <pc:spChg chg="add mod">
          <ac:chgData name="stmakatt" userId="S::stmakatt@hochschulekempten.onmicrosoft.com::6ebfdbce-4b09-4207-8a01-67e48fa59848" providerId="AD" clId="Web-{2713BA19-C4A7-0BED-2434-8996AB2046EF}" dt="2026-01-15T00:12:49.129" v="1362" actId="20577"/>
          <ac:spMkLst>
            <pc:docMk/>
            <pc:sldMk cId="2665315215" sldId="260"/>
            <ac:spMk id="5" creationId="{D0284874-9057-9924-10AE-30C499BB2737}"/>
          </ac:spMkLst>
        </pc:spChg>
        <pc:spChg chg="add mod">
          <ac:chgData name="stmakatt" userId="S::stmakatt@hochschulekempten.onmicrosoft.com::6ebfdbce-4b09-4207-8a01-67e48fa59848" providerId="AD" clId="Web-{2713BA19-C4A7-0BED-2434-8996AB2046EF}" dt="2026-01-15T00:21:26.217" v="1440" actId="20577"/>
          <ac:spMkLst>
            <pc:docMk/>
            <pc:sldMk cId="2665315215" sldId="260"/>
            <ac:spMk id="7" creationId="{302AECA2-DFFE-FC18-AACD-27D2C8AA2F0B}"/>
          </ac:spMkLst>
        </pc:spChg>
        <pc:spChg chg="add">
          <ac:chgData name="stmakatt" userId="S::stmakatt@hochschulekempten.onmicrosoft.com::6ebfdbce-4b09-4207-8a01-67e48fa59848" providerId="AD" clId="Web-{2713BA19-C4A7-0BED-2434-8996AB2046EF}" dt="2026-01-15T01:41:14.719" v="1756"/>
          <ac:spMkLst>
            <pc:docMk/>
            <pc:sldMk cId="2665315215" sldId="260"/>
            <ac:spMk id="8" creationId="{23F8FFE7-A76A-31CC-F9C6-60F17D0C961F}"/>
          </ac:spMkLst>
        </pc:spChg>
        <pc:spChg chg="add mod">
          <ac:chgData name="stmakatt" userId="S::stmakatt@hochschulekempten.onmicrosoft.com::6ebfdbce-4b09-4207-8a01-67e48fa59848" providerId="AD" clId="Web-{2713BA19-C4A7-0BED-2434-8996AB2046EF}" dt="2026-01-15T00:37:24.143" v="1491" actId="20577"/>
          <ac:spMkLst>
            <pc:docMk/>
            <pc:sldMk cId="2665315215" sldId="260"/>
            <ac:spMk id="9" creationId="{0A0F4136-62DE-9781-0889-630E1E6307A1}"/>
          </ac:spMkLst>
        </pc:spChg>
        <pc:spChg chg="add mod">
          <ac:chgData name="stmakatt" userId="S::stmakatt@hochschulekempten.onmicrosoft.com::6ebfdbce-4b09-4207-8a01-67e48fa59848" providerId="AD" clId="Web-{2713BA19-C4A7-0BED-2434-8996AB2046EF}" dt="2026-01-15T01:41:27.203" v="1766"/>
          <ac:spMkLst>
            <pc:docMk/>
            <pc:sldMk cId="2665315215" sldId="260"/>
            <ac:spMk id="11" creationId="{1EB97F9C-EDCE-DD3B-D094-C0715F8ACA8B}"/>
          </ac:spMkLst>
        </pc:spChg>
        <pc:spChg chg="add mod">
          <ac:chgData name="stmakatt" userId="S::stmakatt@hochschulekempten.onmicrosoft.com::6ebfdbce-4b09-4207-8a01-67e48fa59848" providerId="AD" clId="Web-{2713BA19-C4A7-0BED-2434-8996AB2046EF}" dt="2026-01-15T01:41:24.765" v="1765"/>
          <ac:spMkLst>
            <pc:docMk/>
            <pc:sldMk cId="2665315215" sldId="260"/>
            <ac:spMk id="13" creationId="{20C391F5-CBA7-72CC-C32A-C5F23EF876C3}"/>
          </ac:spMkLst>
        </pc:spChg>
        <pc:spChg chg="add">
          <ac:chgData name="stmakatt" userId="S::stmakatt@hochschulekempten.onmicrosoft.com::6ebfdbce-4b09-4207-8a01-67e48fa59848" providerId="AD" clId="Web-{2713BA19-C4A7-0BED-2434-8996AB2046EF}" dt="2026-01-15T01:41:14.750" v="1759"/>
          <ac:spMkLst>
            <pc:docMk/>
            <pc:sldMk cId="2665315215" sldId="260"/>
            <ac:spMk id="15" creationId="{F1B52539-0150-9ABD-B15F-1CC3A4CA69B3}"/>
          </ac:spMkLst>
        </pc:spChg>
        <pc:spChg chg="add">
          <ac:chgData name="stmakatt" userId="S::stmakatt@hochschulekempten.onmicrosoft.com::6ebfdbce-4b09-4207-8a01-67e48fa59848" providerId="AD" clId="Web-{2713BA19-C4A7-0BED-2434-8996AB2046EF}" dt="2026-01-15T01:41:14.765" v="1760"/>
          <ac:spMkLst>
            <pc:docMk/>
            <pc:sldMk cId="2665315215" sldId="260"/>
            <ac:spMk id="17" creationId="{D3CCF97B-206E-25A0-70BC-B6BD2E735D85}"/>
          </ac:spMkLst>
        </pc:spChg>
      </pc:sldChg>
      <pc:sldChg chg="addSp delSp modSp new addAnim delAnim">
        <pc:chgData name="stmakatt" userId="S::stmakatt@hochschulekempten.onmicrosoft.com::6ebfdbce-4b09-4207-8a01-67e48fa59848" providerId="AD" clId="Web-{2713BA19-C4A7-0BED-2434-8996AB2046EF}" dt="2026-01-15T01:41:42.906" v="1776"/>
        <pc:sldMkLst>
          <pc:docMk/>
          <pc:sldMk cId="2733159329" sldId="261"/>
        </pc:sldMkLst>
        <pc:spChg chg="mod">
          <ac:chgData name="stmakatt" userId="S::stmakatt@hochschulekempten.onmicrosoft.com::6ebfdbce-4b09-4207-8a01-67e48fa59848" providerId="AD" clId="Web-{2713BA19-C4A7-0BED-2434-8996AB2046EF}" dt="2026-01-14T18:51:40.378" v="350" actId="20577"/>
          <ac:spMkLst>
            <pc:docMk/>
            <pc:sldMk cId="2733159329" sldId="261"/>
            <ac:spMk id="2" creationId="{983EFF58-3A0C-88B5-E65B-7304A2F4B605}"/>
          </ac:spMkLst>
        </pc:spChg>
        <pc:spChg chg="del">
          <ac:chgData name="stmakatt" userId="S::stmakatt@hochschulekempten.onmicrosoft.com::6ebfdbce-4b09-4207-8a01-67e48fa59848" providerId="AD" clId="Web-{2713BA19-C4A7-0BED-2434-8996AB2046EF}" dt="2026-01-15T01:29:38.476" v="1602"/>
          <ac:spMkLst>
            <pc:docMk/>
            <pc:sldMk cId="2733159329" sldId="261"/>
            <ac:spMk id="3" creationId="{62C5CB64-85C5-0AB4-F7C7-4D42517323E7}"/>
          </ac:spMkLst>
        </pc:spChg>
        <pc:spChg chg="add del">
          <ac:chgData name="stmakatt" userId="S::stmakatt@hochschulekempten.onmicrosoft.com::6ebfdbce-4b09-4207-8a01-67e48fa59848" providerId="AD" clId="Web-{2713BA19-C4A7-0BED-2434-8996AB2046EF}" dt="2026-01-15T01:32:13.772" v="1605"/>
          <ac:spMkLst>
            <pc:docMk/>
            <pc:sldMk cId="2733159329" sldId="261"/>
            <ac:spMk id="5" creationId="{668AE652-66EC-DC24-6CCC-EC56293E1788}"/>
          </ac:spMkLst>
        </pc:spChg>
        <pc:spChg chg="add mod">
          <ac:chgData name="stmakatt" userId="S::stmakatt@hochschulekempten.onmicrosoft.com::6ebfdbce-4b09-4207-8a01-67e48fa59848" providerId="AD" clId="Web-{2713BA19-C4A7-0BED-2434-8996AB2046EF}" dt="2026-01-15T01:34:52.084" v="1632" actId="1076"/>
          <ac:spMkLst>
            <pc:docMk/>
            <pc:sldMk cId="2733159329" sldId="261"/>
            <ac:spMk id="7" creationId="{89C83700-C732-D2F8-4B9B-2B57A8DC894C}"/>
          </ac:spMkLst>
        </pc:spChg>
        <pc:spChg chg="add">
          <ac:chgData name="stmakatt" userId="S::stmakatt@hochschulekempten.onmicrosoft.com::6ebfdbce-4b09-4207-8a01-67e48fa59848" providerId="AD" clId="Web-{2713BA19-C4A7-0BED-2434-8996AB2046EF}" dt="2026-01-15T01:41:31.469" v="1767"/>
          <ac:spMkLst>
            <pc:docMk/>
            <pc:sldMk cId="2733159329" sldId="261"/>
            <ac:spMk id="9" creationId="{7F39DED3-784D-FBB2-39B2-669064A9D820}"/>
          </ac:spMkLst>
        </pc:spChg>
        <pc:spChg chg="add">
          <ac:chgData name="stmakatt" userId="S::stmakatt@hochschulekempten.onmicrosoft.com::6ebfdbce-4b09-4207-8a01-67e48fa59848" providerId="AD" clId="Web-{2713BA19-C4A7-0BED-2434-8996AB2046EF}" dt="2026-01-15T01:41:31.469" v="1768"/>
          <ac:spMkLst>
            <pc:docMk/>
            <pc:sldMk cId="2733159329" sldId="261"/>
            <ac:spMk id="11" creationId="{17C75076-E193-D754-6517-D62F4C2BFF4A}"/>
          </ac:spMkLst>
        </pc:spChg>
        <pc:spChg chg="add">
          <ac:chgData name="stmakatt" userId="S::stmakatt@hochschulekempten.onmicrosoft.com::6ebfdbce-4b09-4207-8a01-67e48fa59848" providerId="AD" clId="Web-{2713BA19-C4A7-0BED-2434-8996AB2046EF}" dt="2026-01-15T01:41:31.484" v="1769"/>
          <ac:spMkLst>
            <pc:docMk/>
            <pc:sldMk cId="2733159329" sldId="261"/>
            <ac:spMk id="13" creationId="{979BFE30-F9F7-C5FE-0442-FB4B1BDA0F7B}"/>
          </ac:spMkLst>
        </pc:spChg>
        <pc:spChg chg="add mod">
          <ac:chgData name="stmakatt" userId="S::stmakatt@hochschulekempten.onmicrosoft.com::6ebfdbce-4b09-4207-8a01-67e48fa59848" providerId="AD" clId="Web-{2713BA19-C4A7-0BED-2434-8996AB2046EF}" dt="2026-01-15T01:41:38.953" v="1775"/>
          <ac:spMkLst>
            <pc:docMk/>
            <pc:sldMk cId="2733159329" sldId="261"/>
            <ac:spMk id="15" creationId="{163135EC-9771-1306-35FB-231EE037C984}"/>
          </ac:spMkLst>
        </pc:spChg>
        <pc:spChg chg="add mod">
          <ac:chgData name="stmakatt" userId="S::stmakatt@hochschulekempten.onmicrosoft.com::6ebfdbce-4b09-4207-8a01-67e48fa59848" providerId="AD" clId="Web-{2713BA19-C4A7-0BED-2434-8996AB2046EF}" dt="2026-01-15T01:41:42.906" v="1776"/>
          <ac:spMkLst>
            <pc:docMk/>
            <pc:sldMk cId="2733159329" sldId="261"/>
            <ac:spMk id="17" creationId="{5CF40221-32A7-CFDA-08E6-E607F4A1777A}"/>
          </ac:spMkLst>
        </pc:spChg>
        <pc:spChg chg="add">
          <ac:chgData name="stmakatt" userId="S::stmakatt@hochschulekempten.onmicrosoft.com::6ebfdbce-4b09-4207-8a01-67e48fa59848" providerId="AD" clId="Web-{2713BA19-C4A7-0BED-2434-8996AB2046EF}" dt="2026-01-15T01:41:31.515" v="1772"/>
          <ac:spMkLst>
            <pc:docMk/>
            <pc:sldMk cId="2733159329" sldId="261"/>
            <ac:spMk id="19" creationId="{F3715A48-6EC3-282B-F0C4-278D18CE99EB}"/>
          </ac:spMkLst>
        </pc:spChg>
      </pc:sldChg>
      <pc:sldChg chg="addSp delSp modSp new addAnim">
        <pc:chgData name="stmakatt" userId="S::stmakatt@hochschulekempten.onmicrosoft.com::6ebfdbce-4b09-4207-8a01-67e48fa59848" providerId="AD" clId="Web-{2713BA19-C4A7-0BED-2434-8996AB2046EF}" dt="2026-01-15T01:41:55.140" v="1786"/>
        <pc:sldMkLst>
          <pc:docMk/>
          <pc:sldMk cId="361305310" sldId="262"/>
        </pc:sldMkLst>
        <pc:spChg chg="mod">
          <ac:chgData name="stmakatt" userId="S::stmakatt@hochschulekempten.onmicrosoft.com::6ebfdbce-4b09-4207-8a01-67e48fa59848" providerId="AD" clId="Web-{2713BA19-C4A7-0BED-2434-8996AB2046EF}" dt="2026-01-14T18:51:46.081" v="353" actId="20577"/>
          <ac:spMkLst>
            <pc:docMk/>
            <pc:sldMk cId="361305310" sldId="262"/>
            <ac:spMk id="2" creationId="{629F52E4-842C-687A-320E-CCC095609429}"/>
          </ac:spMkLst>
        </pc:spChg>
        <pc:spChg chg="del">
          <ac:chgData name="stmakatt" userId="S::stmakatt@hochschulekempten.onmicrosoft.com::6ebfdbce-4b09-4207-8a01-67e48fa59848" providerId="AD" clId="Web-{2713BA19-C4A7-0BED-2434-8996AB2046EF}" dt="2026-01-15T01:22:22.222" v="1493"/>
          <ac:spMkLst>
            <pc:docMk/>
            <pc:sldMk cId="361305310" sldId="262"/>
            <ac:spMk id="3" creationId="{D3688D22-16DF-CC26-FE0A-D66F44BD1B21}"/>
          </ac:spMkLst>
        </pc:spChg>
        <pc:spChg chg="add mod">
          <ac:chgData name="stmakatt" userId="S::stmakatt@hochschulekempten.onmicrosoft.com::6ebfdbce-4b09-4207-8a01-67e48fa59848" providerId="AD" clId="Web-{2713BA19-C4A7-0BED-2434-8996AB2046EF}" dt="2026-01-15T01:22:58.268" v="1513" actId="20577"/>
          <ac:spMkLst>
            <pc:docMk/>
            <pc:sldMk cId="361305310" sldId="262"/>
            <ac:spMk id="5" creationId="{C7A3E0A1-72A0-2D9C-8E30-361C8E2C78C2}"/>
          </ac:spMkLst>
        </pc:spChg>
        <pc:spChg chg="add mod">
          <ac:chgData name="stmakatt" userId="S::stmakatt@hochschulekempten.onmicrosoft.com::6ebfdbce-4b09-4207-8a01-67e48fa59848" providerId="AD" clId="Web-{2713BA19-C4A7-0BED-2434-8996AB2046EF}" dt="2026-01-15T01:28:14.629" v="1601" actId="20577"/>
          <ac:spMkLst>
            <pc:docMk/>
            <pc:sldMk cId="361305310" sldId="262"/>
            <ac:spMk id="7" creationId="{5435C3A8-78D7-2F48-6B44-A8D0BD315775}"/>
          </ac:spMkLst>
        </pc:spChg>
        <pc:spChg chg="add mod">
          <ac:chgData name="stmakatt" userId="S::stmakatt@hochschulekempten.onmicrosoft.com::6ebfdbce-4b09-4207-8a01-67e48fa59848" providerId="AD" clId="Web-{2713BA19-C4A7-0BED-2434-8996AB2046EF}" dt="2026-01-15T01:27:59.864" v="1587" actId="20577"/>
          <ac:spMkLst>
            <pc:docMk/>
            <pc:sldMk cId="361305310" sldId="262"/>
            <ac:spMk id="9" creationId="{D8A3DD67-34F7-2DD0-5A28-74432EC4E439}"/>
          </ac:spMkLst>
        </pc:spChg>
        <pc:spChg chg="add">
          <ac:chgData name="stmakatt" userId="S::stmakatt@hochschulekempten.onmicrosoft.com::6ebfdbce-4b09-4207-8a01-67e48fa59848" providerId="AD" clId="Web-{2713BA19-C4A7-0BED-2434-8996AB2046EF}" dt="2026-01-15T01:41:45.328" v="1777"/>
          <ac:spMkLst>
            <pc:docMk/>
            <pc:sldMk cId="361305310" sldId="262"/>
            <ac:spMk id="11" creationId="{FF46C1AB-6061-46A6-08F4-A7163D622BEF}"/>
          </ac:spMkLst>
        </pc:spChg>
        <pc:spChg chg="add">
          <ac:chgData name="stmakatt" userId="S::stmakatt@hochschulekempten.onmicrosoft.com::6ebfdbce-4b09-4207-8a01-67e48fa59848" providerId="AD" clId="Web-{2713BA19-C4A7-0BED-2434-8996AB2046EF}" dt="2026-01-15T01:41:45.344" v="1778"/>
          <ac:spMkLst>
            <pc:docMk/>
            <pc:sldMk cId="361305310" sldId="262"/>
            <ac:spMk id="13" creationId="{E5FEE5C7-055F-2DC4-C8E0-60E4A03EA13D}"/>
          </ac:spMkLst>
        </pc:spChg>
        <pc:spChg chg="add">
          <ac:chgData name="stmakatt" userId="S::stmakatt@hochschulekempten.onmicrosoft.com::6ebfdbce-4b09-4207-8a01-67e48fa59848" providerId="AD" clId="Web-{2713BA19-C4A7-0BED-2434-8996AB2046EF}" dt="2026-01-15T01:41:45.359" v="1779"/>
          <ac:spMkLst>
            <pc:docMk/>
            <pc:sldMk cId="361305310" sldId="262"/>
            <ac:spMk id="15" creationId="{BD482AC8-174A-D385-6325-236052CF1AC2}"/>
          </ac:spMkLst>
        </pc:spChg>
        <pc:spChg chg="add mod">
          <ac:chgData name="stmakatt" userId="S::stmakatt@hochschulekempten.onmicrosoft.com::6ebfdbce-4b09-4207-8a01-67e48fa59848" providerId="AD" clId="Web-{2713BA19-C4A7-0BED-2434-8996AB2046EF}" dt="2026-01-15T01:41:55.140" v="1786"/>
          <ac:spMkLst>
            <pc:docMk/>
            <pc:sldMk cId="361305310" sldId="262"/>
            <ac:spMk id="17" creationId="{968A9D9D-564A-E2F4-D884-ABB8E7813F2C}"/>
          </ac:spMkLst>
        </pc:spChg>
        <pc:spChg chg="add">
          <ac:chgData name="stmakatt" userId="S::stmakatt@hochschulekempten.onmicrosoft.com::6ebfdbce-4b09-4207-8a01-67e48fa59848" providerId="AD" clId="Web-{2713BA19-C4A7-0BED-2434-8996AB2046EF}" dt="2026-01-15T01:41:45.375" v="1781"/>
          <ac:spMkLst>
            <pc:docMk/>
            <pc:sldMk cId="361305310" sldId="262"/>
            <ac:spMk id="19" creationId="{422002DE-BA61-188D-8EBA-9966360C5AE7}"/>
          </ac:spMkLst>
        </pc:spChg>
        <pc:spChg chg="add mod">
          <ac:chgData name="stmakatt" userId="S::stmakatt@hochschulekempten.onmicrosoft.com::6ebfdbce-4b09-4207-8a01-67e48fa59848" providerId="AD" clId="Web-{2713BA19-C4A7-0BED-2434-8996AB2046EF}" dt="2026-01-15T01:41:52.562" v="1785"/>
          <ac:spMkLst>
            <pc:docMk/>
            <pc:sldMk cId="361305310" sldId="262"/>
            <ac:spMk id="21" creationId="{B3B8AEB1-A584-CCEF-83EF-8CAB1C0C5FD4}"/>
          </ac:spMkLst>
        </pc:spChg>
      </pc:sldChg>
      <pc:sldChg chg="addSp delSp modSp new addAnim delAnim modAnim">
        <pc:chgData name="stmakatt" userId="S::stmakatt@hochschulekempten.onmicrosoft.com::6ebfdbce-4b09-4207-8a01-67e48fa59848" providerId="AD" clId="Web-{2713BA19-C4A7-0BED-2434-8996AB2046EF}" dt="2026-01-15T01:55:31.974" v="1958"/>
        <pc:sldMkLst>
          <pc:docMk/>
          <pc:sldMk cId="1374151018" sldId="263"/>
        </pc:sldMkLst>
        <pc:spChg chg="mod">
          <ac:chgData name="stmakatt" userId="S::stmakatt@hochschulekempten.onmicrosoft.com::6ebfdbce-4b09-4207-8a01-67e48fa59848" providerId="AD" clId="Web-{2713BA19-C4A7-0BED-2434-8996AB2046EF}" dt="2026-01-14T18:47:40.830" v="278" actId="20577"/>
          <ac:spMkLst>
            <pc:docMk/>
            <pc:sldMk cId="1374151018" sldId="263"/>
            <ac:spMk id="2" creationId="{ED10D41E-64B9-5A9D-7B88-105F96051F0A}"/>
          </ac:spMkLst>
        </pc:spChg>
        <pc:spChg chg="del">
          <ac:chgData name="stmakatt" userId="S::stmakatt@hochschulekempten.onmicrosoft.com::6ebfdbce-4b09-4207-8a01-67e48fa59848" providerId="AD" clId="Web-{2713BA19-C4A7-0BED-2434-8996AB2046EF}" dt="2026-01-14T18:43:29.969" v="147"/>
          <ac:spMkLst>
            <pc:docMk/>
            <pc:sldMk cId="1374151018" sldId="263"/>
            <ac:spMk id="3" creationId="{44B02807-F6C8-32E6-F9DB-0227911FC2B7}"/>
          </ac:spMkLst>
        </pc:spChg>
        <pc:spChg chg="add mod">
          <ac:chgData name="stmakatt" userId="S::stmakatt@hochschulekempten.onmicrosoft.com::6ebfdbce-4b09-4207-8a01-67e48fa59848" providerId="AD" clId="Web-{2713BA19-C4A7-0BED-2434-8996AB2046EF}" dt="2026-01-15T01:38:21.208" v="1667" actId="20577"/>
          <ac:spMkLst>
            <pc:docMk/>
            <pc:sldMk cId="1374151018" sldId="263"/>
            <ac:spMk id="3" creationId="{5586A724-0289-D709-FA78-687CA6F1DB81}"/>
          </ac:spMkLst>
        </pc:spChg>
        <pc:spChg chg="add del">
          <ac:chgData name="stmakatt" userId="S::stmakatt@hochschulekempten.onmicrosoft.com::6ebfdbce-4b09-4207-8a01-67e48fa59848" providerId="AD" clId="Web-{2713BA19-C4A7-0BED-2434-8996AB2046EF}" dt="2026-01-14T23:56:24.405" v="1332"/>
          <ac:spMkLst>
            <pc:docMk/>
            <pc:sldMk cId="1374151018" sldId="263"/>
            <ac:spMk id="3" creationId="{98D534F9-15F9-9403-9614-B1A61C4919A2}"/>
          </ac:spMkLst>
        </pc:spChg>
        <pc:spChg chg="add mod">
          <ac:chgData name="stmakatt" userId="S::stmakatt@hochschulekempten.onmicrosoft.com::6ebfdbce-4b09-4207-8a01-67e48fa59848" providerId="AD" clId="Web-{2713BA19-C4A7-0BED-2434-8996AB2046EF}" dt="2026-01-15T01:38:23.677" v="1668" actId="20577"/>
          <ac:spMkLst>
            <pc:docMk/>
            <pc:sldMk cId="1374151018" sldId="263"/>
            <ac:spMk id="4" creationId="{752C4DE9-49E0-3C29-E652-3FBD8632C1D7}"/>
          </ac:spMkLst>
        </pc:spChg>
        <pc:spChg chg="add mod">
          <ac:chgData name="stmakatt" userId="S::stmakatt@hochschulekempten.onmicrosoft.com::6ebfdbce-4b09-4207-8a01-67e48fa59848" providerId="AD" clId="Web-{2713BA19-C4A7-0BED-2434-8996AB2046EF}" dt="2026-01-14T18:49:49.143" v="311" actId="20577"/>
          <ac:spMkLst>
            <pc:docMk/>
            <pc:sldMk cId="1374151018" sldId="263"/>
            <ac:spMk id="5" creationId="{A9B39646-227E-A339-2C71-F793749FB53E}"/>
          </ac:spMkLst>
        </pc:spChg>
        <pc:spChg chg="add mod">
          <ac:chgData name="stmakatt" userId="S::stmakatt@hochschulekempten.onmicrosoft.com::6ebfdbce-4b09-4207-8a01-67e48fa59848" providerId="AD" clId="Web-{2713BA19-C4A7-0BED-2434-8996AB2046EF}" dt="2026-01-14T18:49:57.128" v="315" actId="20577"/>
          <ac:spMkLst>
            <pc:docMk/>
            <pc:sldMk cId="1374151018" sldId="263"/>
            <ac:spMk id="6" creationId="{2D1E298F-66C6-BD95-EBD3-8692F1DBF889}"/>
          </ac:spMkLst>
        </pc:spChg>
        <pc:spChg chg="add mod">
          <ac:chgData name="stmakatt" userId="S::stmakatt@hochschulekempten.onmicrosoft.com::6ebfdbce-4b09-4207-8a01-67e48fa59848" providerId="AD" clId="Web-{2713BA19-C4A7-0BED-2434-8996AB2046EF}" dt="2026-01-14T18:50:05.706" v="322" actId="20577"/>
          <ac:spMkLst>
            <pc:docMk/>
            <pc:sldMk cId="1374151018" sldId="263"/>
            <ac:spMk id="7" creationId="{73E15574-DEF3-80AD-8329-79FA4E13D8E1}"/>
          </ac:spMkLst>
        </pc:spChg>
        <pc:spChg chg="add mod">
          <ac:chgData name="stmakatt" userId="S::stmakatt@hochschulekempten.onmicrosoft.com::6ebfdbce-4b09-4207-8a01-67e48fa59848" providerId="AD" clId="Web-{2713BA19-C4A7-0BED-2434-8996AB2046EF}" dt="2026-01-15T01:49:08.441" v="1947" actId="20577"/>
          <ac:spMkLst>
            <pc:docMk/>
            <pc:sldMk cId="1374151018" sldId="263"/>
            <ac:spMk id="8" creationId="{415040BC-AB84-947D-B5C5-A6DD2C22F2D8}"/>
          </ac:spMkLst>
        </pc:spChg>
        <pc:spChg chg="add mod">
          <ac:chgData name="stmakatt" userId="S::stmakatt@hochschulekempten.onmicrosoft.com::6ebfdbce-4b09-4207-8a01-67e48fa59848" providerId="AD" clId="Web-{2713BA19-C4A7-0BED-2434-8996AB2046EF}" dt="2026-01-15T01:38:24.817" v="1669" actId="20577"/>
          <ac:spMkLst>
            <pc:docMk/>
            <pc:sldMk cId="1374151018" sldId="263"/>
            <ac:spMk id="9" creationId="{829F665E-9F69-DEDC-5C2B-44CE60571432}"/>
          </ac:spMkLst>
        </pc:spChg>
        <pc:spChg chg="add mod">
          <ac:chgData name="stmakatt" userId="S::stmakatt@hochschulekempten.onmicrosoft.com::6ebfdbce-4b09-4207-8a01-67e48fa59848" providerId="AD" clId="Web-{2713BA19-C4A7-0BED-2434-8996AB2046EF}" dt="2026-01-15T01:38:25.771" v="1670" actId="20577"/>
          <ac:spMkLst>
            <pc:docMk/>
            <pc:sldMk cId="1374151018" sldId="263"/>
            <ac:spMk id="10" creationId="{B7D06C02-E1A7-BE6A-A8F6-67AB1D75C803}"/>
          </ac:spMkLst>
        </pc:spChg>
        <pc:spChg chg="add mod">
          <ac:chgData name="stmakatt" userId="S::stmakatt@hochschulekempten.onmicrosoft.com::6ebfdbce-4b09-4207-8a01-67e48fa59848" providerId="AD" clId="Web-{2713BA19-C4A7-0BED-2434-8996AB2046EF}" dt="2026-01-15T01:38:26.880" v="1671" actId="20577"/>
          <ac:spMkLst>
            <pc:docMk/>
            <pc:sldMk cId="1374151018" sldId="263"/>
            <ac:spMk id="11" creationId="{5A19CA88-1D57-90E9-E929-3E0175D52734}"/>
          </ac:spMkLst>
        </pc:spChg>
        <pc:spChg chg="add mod">
          <ac:chgData name="stmakatt" userId="S::stmakatt@hochschulekempten.onmicrosoft.com::6ebfdbce-4b09-4207-8a01-67e48fa59848" providerId="AD" clId="Web-{2713BA19-C4A7-0BED-2434-8996AB2046EF}" dt="2026-01-15T01:38:27.333" v="1672" actId="20577"/>
          <ac:spMkLst>
            <pc:docMk/>
            <pc:sldMk cId="1374151018" sldId="263"/>
            <ac:spMk id="12" creationId="{BDABBA0F-80FD-43A6-C7E4-83E15A11FFB5}"/>
          </ac:spMkLst>
        </pc:spChg>
      </pc:sldChg>
      <pc:sldChg chg="addSp delSp modSp new addAnim delAnim">
        <pc:chgData name="stmakatt" userId="S::stmakatt@hochschulekempten.onmicrosoft.com::6ebfdbce-4b09-4207-8a01-67e48fa59848" providerId="AD" clId="Web-{2713BA19-C4A7-0BED-2434-8996AB2046EF}" dt="2026-01-15T01:45:17.046" v="1844" actId="1076"/>
        <pc:sldMkLst>
          <pc:docMk/>
          <pc:sldMk cId="1790186034" sldId="264"/>
        </pc:sldMkLst>
        <pc:spChg chg="mod">
          <ac:chgData name="stmakatt" userId="S::stmakatt@hochschulekempten.onmicrosoft.com::6ebfdbce-4b09-4207-8a01-67e48fa59848" providerId="AD" clId="Web-{2713BA19-C4A7-0BED-2434-8996AB2046EF}" dt="2026-01-14T19:13:01.648" v="544" actId="20577"/>
          <ac:spMkLst>
            <pc:docMk/>
            <pc:sldMk cId="1790186034" sldId="264"/>
            <ac:spMk id="2" creationId="{D3C0A84B-189B-101D-1ED3-CF756FF8CF6A}"/>
          </ac:spMkLst>
        </pc:spChg>
        <pc:spChg chg="del">
          <ac:chgData name="stmakatt" userId="S::stmakatt@hochschulekempten.onmicrosoft.com::6ebfdbce-4b09-4207-8a01-67e48fa59848" providerId="AD" clId="Web-{2713BA19-C4A7-0BED-2434-8996AB2046EF}" dt="2026-01-14T19:14:27.056" v="564"/>
          <ac:spMkLst>
            <pc:docMk/>
            <pc:sldMk cId="1790186034" sldId="264"/>
            <ac:spMk id="3" creationId="{D389A3E8-69F5-7671-33FF-4E5EE0E28A63}"/>
          </ac:spMkLst>
        </pc:spChg>
        <pc:spChg chg="add ord">
          <ac:chgData name="stmakatt" userId="S::stmakatt@hochschulekempten.onmicrosoft.com::6ebfdbce-4b09-4207-8a01-67e48fa59848" providerId="AD" clId="Web-{2713BA19-C4A7-0BED-2434-8996AB2046EF}" dt="2026-01-15T01:45:07.484" v="1840"/>
          <ac:spMkLst>
            <pc:docMk/>
            <pc:sldMk cId="1790186034" sldId="264"/>
            <ac:spMk id="4" creationId="{0D07A214-C41A-07AC-4808-EC10CBE60F81}"/>
          </ac:spMkLst>
        </pc:spChg>
        <pc:spChg chg="add mod">
          <ac:chgData name="stmakatt" userId="S::stmakatt@hochschulekempten.onmicrosoft.com::6ebfdbce-4b09-4207-8a01-67e48fa59848" providerId="AD" clId="Web-{2713BA19-C4A7-0BED-2434-8996AB2046EF}" dt="2026-01-14T19:14:36.243" v="565" actId="1076"/>
          <ac:spMkLst>
            <pc:docMk/>
            <pc:sldMk cId="1790186034" sldId="264"/>
            <ac:spMk id="5" creationId="{798E1F1F-EDBB-61E8-3041-507E073ADB32}"/>
          </ac:spMkLst>
        </pc:spChg>
        <pc:spChg chg="add ord">
          <ac:chgData name="stmakatt" userId="S::stmakatt@hochschulekempten.onmicrosoft.com::6ebfdbce-4b09-4207-8a01-67e48fa59848" providerId="AD" clId="Web-{2713BA19-C4A7-0BED-2434-8996AB2046EF}" dt="2026-01-15T01:45:07.390" v="1838"/>
          <ac:spMkLst>
            <pc:docMk/>
            <pc:sldMk cId="1790186034" sldId="264"/>
            <ac:spMk id="7" creationId="{CD147125-2B18-D026-4BEB-012A22576692}"/>
          </ac:spMkLst>
        </pc:spChg>
        <pc:spChg chg="add ord">
          <ac:chgData name="stmakatt" userId="S::stmakatt@hochschulekempten.onmicrosoft.com::6ebfdbce-4b09-4207-8a01-67e48fa59848" providerId="AD" clId="Web-{2713BA19-C4A7-0BED-2434-8996AB2046EF}" dt="2026-01-15T01:45:07.328" v="1836"/>
          <ac:spMkLst>
            <pc:docMk/>
            <pc:sldMk cId="1790186034" sldId="264"/>
            <ac:spMk id="9" creationId="{C0DC739D-5151-1802-434E-AD875108E95B}"/>
          </ac:spMkLst>
        </pc:spChg>
        <pc:spChg chg="add ord">
          <ac:chgData name="stmakatt" userId="S::stmakatt@hochschulekempten.onmicrosoft.com::6ebfdbce-4b09-4207-8a01-67e48fa59848" providerId="AD" clId="Web-{2713BA19-C4A7-0BED-2434-8996AB2046EF}" dt="2026-01-15T01:45:07.265" v="1834"/>
          <ac:spMkLst>
            <pc:docMk/>
            <pc:sldMk cId="1790186034" sldId="264"/>
            <ac:spMk id="11" creationId="{AAE211C3-9CF4-4E64-01CE-B2B1F3836C6E}"/>
          </ac:spMkLst>
        </pc:spChg>
        <pc:spChg chg="add ord">
          <ac:chgData name="stmakatt" userId="S::stmakatt@hochschulekempten.onmicrosoft.com::6ebfdbce-4b09-4207-8a01-67e48fa59848" providerId="AD" clId="Web-{2713BA19-C4A7-0BED-2434-8996AB2046EF}" dt="2026-01-15T01:45:07.203" v="1832"/>
          <ac:spMkLst>
            <pc:docMk/>
            <pc:sldMk cId="1790186034" sldId="264"/>
            <ac:spMk id="13" creationId="{5C92A7A6-D7C6-437B-758A-0AEA278BBCC5}"/>
          </ac:spMkLst>
        </pc:spChg>
        <pc:spChg chg="add ord">
          <ac:chgData name="stmakatt" userId="S::stmakatt@hochschulekempten.onmicrosoft.com::6ebfdbce-4b09-4207-8a01-67e48fa59848" providerId="AD" clId="Web-{2713BA19-C4A7-0BED-2434-8996AB2046EF}" dt="2026-01-15T01:45:07.109" v="1830"/>
          <ac:spMkLst>
            <pc:docMk/>
            <pc:sldMk cId="1790186034" sldId="264"/>
            <ac:spMk id="15" creationId="{21BDCBFA-6575-45C0-AB0F-D24763E54682}"/>
          </ac:spMkLst>
        </pc:spChg>
        <pc:spChg chg="add mod">
          <ac:chgData name="stmakatt" userId="S::stmakatt@hochschulekempten.onmicrosoft.com::6ebfdbce-4b09-4207-8a01-67e48fa59848" providerId="AD" clId="Web-{2713BA19-C4A7-0BED-2434-8996AB2046EF}" dt="2026-01-15T01:45:17.046" v="1844" actId="1076"/>
          <ac:spMkLst>
            <pc:docMk/>
            <pc:sldMk cId="1790186034" sldId="264"/>
            <ac:spMk id="17" creationId="{F05CFAAF-8130-4BB7-FA1D-3E519221D58B}"/>
          </ac:spMkLst>
        </pc:spChg>
        <pc:spChg chg="add mod">
          <ac:chgData name="stmakatt" userId="S::stmakatt@hochschulekempten.onmicrosoft.com::6ebfdbce-4b09-4207-8a01-67e48fa59848" providerId="AD" clId="Web-{2713BA19-C4A7-0BED-2434-8996AB2046EF}" dt="2026-01-15T01:45:14.890" v="1843" actId="1076"/>
          <ac:spMkLst>
            <pc:docMk/>
            <pc:sldMk cId="1790186034" sldId="264"/>
            <ac:spMk id="19" creationId="{55C5B1D1-FD24-F65F-0036-C71381E9B4B9}"/>
          </ac:spMkLst>
        </pc:spChg>
      </pc:sldChg>
      <pc:sldChg chg="modSp add del replId">
        <pc:chgData name="stmakatt" userId="S::stmakatt@hochschulekempten.onmicrosoft.com::6ebfdbce-4b09-4207-8a01-67e48fa59848" providerId="AD" clId="Web-{2713BA19-C4A7-0BED-2434-8996AB2046EF}" dt="2026-01-14T18:55:36.932" v="384"/>
        <pc:sldMkLst>
          <pc:docMk/>
          <pc:sldMk cId="2149160106" sldId="264"/>
        </pc:sldMkLst>
        <pc:spChg chg="mod">
          <ac:chgData name="stmakatt" userId="S::stmakatt@hochschulekempten.onmicrosoft.com::6ebfdbce-4b09-4207-8a01-67e48fa59848" providerId="AD" clId="Web-{2713BA19-C4A7-0BED-2434-8996AB2046EF}" dt="2026-01-14T18:54:57.400" v="382" actId="1076"/>
          <ac:spMkLst>
            <pc:docMk/>
            <pc:sldMk cId="2149160106" sldId="264"/>
            <ac:spMk id="5" creationId="{E6B3C43D-764F-603E-F32A-07B9B77DC928}"/>
          </ac:spMkLst>
        </pc:spChg>
        <pc:spChg chg="mod">
          <ac:chgData name="stmakatt" userId="S::stmakatt@hochschulekempten.onmicrosoft.com::6ebfdbce-4b09-4207-8a01-67e48fa59848" providerId="AD" clId="Web-{2713BA19-C4A7-0BED-2434-8996AB2046EF}" dt="2026-01-14T18:54:59.900" v="383" actId="1076"/>
          <ac:spMkLst>
            <pc:docMk/>
            <pc:sldMk cId="2149160106" sldId="264"/>
            <ac:spMk id="9" creationId="{268A7B19-0DDF-9921-2633-3A91FE32E012}"/>
          </ac:spMkLst>
        </pc:spChg>
      </pc:sldChg>
      <pc:sldChg chg="modSp add del ord replId">
        <pc:chgData name="stmakatt" userId="S::stmakatt@hochschulekempten.onmicrosoft.com::6ebfdbce-4b09-4207-8a01-67e48fa59848" providerId="AD" clId="Web-{2713BA19-C4A7-0BED-2434-8996AB2046EF}" dt="2026-01-14T18:55:39.666" v="385"/>
        <pc:sldMkLst>
          <pc:docMk/>
          <pc:sldMk cId="1928940480" sldId="265"/>
        </pc:sldMkLst>
        <pc:spChg chg="mod">
          <ac:chgData name="stmakatt" userId="S::stmakatt@hochschulekempten.onmicrosoft.com::6ebfdbce-4b09-4207-8a01-67e48fa59848" providerId="AD" clId="Web-{2713BA19-C4A7-0BED-2434-8996AB2046EF}" dt="2026-01-14T18:54:30.133" v="377" actId="1076"/>
          <ac:spMkLst>
            <pc:docMk/>
            <pc:sldMk cId="1928940480" sldId="265"/>
            <ac:spMk id="5" creationId="{B062C30C-5044-87F9-E5D7-FDF9A11397C5}"/>
          </ac:spMkLst>
        </pc:spChg>
        <pc:spChg chg="mod">
          <ac:chgData name="stmakatt" userId="S::stmakatt@hochschulekempten.onmicrosoft.com::6ebfdbce-4b09-4207-8a01-67e48fa59848" providerId="AD" clId="Web-{2713BA19-C4A7-0BED-2434-8996AB2046EF}" dt="2026-01-14T18:54:33.164" v="378" actId="1076"/>
          <ac:spMkLst>
            <pc:docMk/>
            <pc:sldMk cId="1928940480" sldId="265"/>
            <ac:spMk id="7" creationId="{3E288567-3DF7-05A6-F237-34EA92CDB970}"/>
          </ac:spMkLst>
        </pc:spChg>
      </pc:sldChg>
      <pc:sldChg chg="new del">
        <pc:chgData name="stmakatt" userId="S::stmakatt@hochschulekempten.onmicrosoft.com::6ebfdbce-4b09-4207-8a01-67e48fa59848" providerId="AD" clId="Web-{2713BA19-C4A7-0BED-2434-8996AB2046EF}" dt="2026-01-14T19:20:48.060" v="591"/>
        <pc:sldMkLst>
          <pc:docMk/>
          <pc:sldMk cId="3014450866" sldId="265"/>
        </pc:sldMkLst>
      </pc:sldChg>
      <pc:sldChg chg="addSp delSp modSp add replId addAnim modAnim">
        <pc:chgData name="stmakatt" userId="S::stmakatt@hochschulekempten.onmicrosoft.com::6ebfdbce-4b09-4207-8a01-67e48fa59848" providerId="AD" clId="Web-{2713BA19-C4A7-0BED-2434-8996AB2046EF}" dt="2026-01-15T01:48:25.207" v="1945" actId="20577"/>
        <pc:sldMkLst>
          <pc:docMk/>
          <pc:sldMk cId="3271559406" sldId="265"/>
        </pc:sldMkLst>
        <pc:spChg chg="mod">
          <ac:chgData name="stmakatt" userId="S::stmakatt@hochschulekempten.onmicrosoft.com::6ebfdbce-4b09-4207-8a01-67e48fa59848" providerId="AD" clId="Web-{2713BA19-C4A7-0BED-2434-8996AB2046EF}" dt="2026-01-14T19:21:00.419" v="593" actId="20577"/>
          <ac:spMkLst>
            <pc:docMk/>
            <pc:sldMk cId="3271559406" sldId="265"/>
            <ac:spMk id="2" creationId="{50D0A440-8229-9161-F130-170715CEAB4A}"/>
          </ac:spMkLst>
        </pc:spChg>
        <pc:spChg chg="add mod">
          <ac:chgData name="stmakatt" userId="S::stmakatt@hochschulekempten.onmicrosoft.com::6ebfdbce-4b09-4207-8a01-67e48fa59848" providerId="AD" clId="Web-{2713BA19-C4A7-0BED-2434-8996AB2046EF}" dt="2026-01-15T01:48:25.207" v="1945" actId="20577"/>
          <ac:spMkLst>
            <pc:docMk/>
            <pc:sldMk cId="3271559406" sldId="265"/>
            <ac:spMk id="4" creationId="{75C924F8-07DC-6D68-A935-08698B8432AD}"/>
          </ac:spMkLst>
        </pc:spChg>
        <pc:spChg chg="mod">
          <ac:chgData name="stmakatt" userId="S::stmakatt@hochschulekempten.onmicrosoft.com::6ebfdbce-4b09-4207-8a01-67e48fa59848" providerId="AD" clId="Web-{2713BA19-C4A7-0BED-2434-8996AB2046EF}" dt="2026-01-14T22:38:53.490" v="962" actId="20577"/>
          <ac:spMkLst>
            <pc:docMk/>
            <pc:sldMk cId="3271559406" sldId="265"/>
            <ac:spMk id="5" creationId="{F2BB90B5-C846-2B46-98DF-814FF2422A34}"/>
          </ac:spMkLst>
        </pc:spChg>
        <pc:spChg chg="add mod">
          <ac:chgData name="stmakatt" userId="S::stmakatt@hochschulekempten.onmicrosoft.com::6ebfdbce-4b09-4207-8a01-67e48fa59848" providerId="AD" clId="Web-{2713BA19-C4A7-0BED-2434-8996AB2046EF}" dt="2026-01-14T22:39:13.146" v="985" actId="20577"/>
          <ac:spMkLst>
            <pc:docMk/>
            <pc:sldMk cId="3271559406" sldId="265"/>
            <ac:spMk id="6" creationId="{3AC6063F-9445-7DDA-8CC0-BEDF3EED7B68}"/>
          </ac:spMkLst>
        </pc:spChg>
        <pc:spChg chg="add">
          <ac:chgData name="stmakatt" userId="S::stmakatt@hochschulekempten.onmicrosoft.com::6ebfdbce-4b09-4207-8a01-67e48fa59848" providerId="AD" clId="Web-{2713BA19-C4A7-0BED-2434-8996AB2046EF}" dt="2026-01-15T01:41:08.656" v="1737"/>
          <ac:spMkLst>
            <pc:docMk/>
            <pc:sldMk cId="3271559406" sldId="265"/>
            <ac:spMk id="8" creationId="{814C891F-EE93-4525-E1D1-565C913C873B}"/>
          </ac:spMkLst>
        </pc:spChg>
        <pc:spChg chg="add del">
          <ac:chgData name="stmakatt" userId="S::stmakatt@hochschulekempten.onmicrosoft.com::6ebfdbce-4b09-4207-8a01-67e48fa59848" providerId="AD" clId="Web-{2713BA19-C4A7-0BED-2434-8996AB2046EF}" dt="2026-01-14T22:59:26.624" v="1094"/>
          <ac:spMkLst>
            <pc:docMk/>
            <pc:sldMk cId="3271559406" sldId="265"/>
            <ac:spMk id="8" creationId="{DE0CCCFB-0ABD-B54C-FE4C-99E105B58D4F}"/>
          </ac:spMkLst>
        </pc:spChg>
        <pc:spChg chg="add mod">
          <ac:chgData name="stmakatt" userId="S::stmakatt@hochschulekempten.onmicrosoft.com::6ebfdbce-4b09-4207-8a01-67e48fa59848" providerId="AD" clId="Web-{2713BA19-C4A7-0BED-2434-8996AB2046EF}" dt="2026-01-14T23:00:33.187" v="1138" actId="20577"/>
          <ac:spMkLst>
            <pc:docMk/>
            <pc:sldMk cId="3271559406" sldId="265"/>
            <ac:spMk id="9" creationId="{BB929852-B0DC-695E-FF28-1D308BA5F563}"/>
          </ac:spMkLst>
        </pc:spChg>
        <pc:spChg chg="add">
          <ac:chgData name="stmakatt" userId="S::stmakatt@hochschulekempten.onmicrosoft.com::6ebfdbce-4b09-4207-8a01-67e48fa59848" providerId="AD" clId="Web-{2713BA19-C4A7-0BED-2434-8996AB2046EF}" dt="2026-01-15T01:41:08.672" v="1738"/>
          <ac:spMkLst>
            <pc:docMk/>
            <pc:sldMk cId="3271559406" sldId="265"/>
            <ac:spMk id="11" creationId="{60F31EBF-EEB4-1413-7B86-00A6302B7DD9}"/>
          </ac:spMkLst>
        </pc:spChg>
        <pc:spChg chg="add">
          <ac:chgData name="stmakatt" userId="S::stmakatt@hochschulekempten.onmicrosoft.com::6ebfdbce-4b09-4207-8a01-67e48fa59848" providerId="AD" clId="Web-{2713BA19-C4A7-0BED-2434-8996AB2046EF}" dt="2026-01-15T01:41:08.687" v="1739"/>
          <ac:spMkLst>
            <pc:docMk/>
            <pc:sldMk cId="3271559406" sldId="265"/>
            <ac:spMk id="13" creationId="{98C02FB5-297C-C9EF-2166-C126D4F42007}"/>
          </ac:spMkLst>
        </pc:spChg>
        <pc:spChg chg="add">
          <ac:chgData name="stmakatt" userId="S::stmakatt@hochschulekempten.onmicrosoft.com::6ebfdbce-4b09-4207-8a01-67e48fa59848" providerId="AD" clId="Web-{2713BA19-C4A7-0BED-2434-8996AB2046EF}" dt="2026-01-15T01:41:08.703" v="1740"/>
          <ac:spMkLst>
            <pc:docMk/>
            <pc:sldMk cId="3271559406" sldId="265"/>
            <ac:spMk id="15" creationId="{465DD8D0-DC66-6B3E-813C-2374C9A39B19}"/>
          </ac:spMkLst>
        </pc:spChg>
        <pc:spChg chg="add">
          <ac:chgData name="stmakatt" userId="S::stmakatt@hochschulekempten.onmicrosoft.com::6ebfdbce-4b09-4207-8a01-67e48fa59848" providerId="AD" clId="Web-{2713BA19-C4A7-0BED-2434-8996AB2046EF}" dt="2026-01-15T01:41:08.719" v="1741"/>
          <ac:spMkLst>
            <pc:docMk/>
            <pc:sldMk cId="3271559406" sldId="265"/>
            <ac:spMk id="17" creationId="{6205706A-4B7B-0C37-10F2-44A6113BF391}"/>
          </ac:spMkLst>
        </pc:spChg>
        <pc:spChg chg="add">
          <ac:chgData name="stmakatt" userId="S::stmakatt@hochschulekempten.onmicrosoft.com::6ebfdbce-4b09-4207-8a01-67e48fa59848" providerId="AD" clId="Web-{2713BA19-C4A7-0BED-2434-8996AB2046EF}" dt="2026-01-15T01:41:08.734" v="1742"/>
          <ac:spMkLst>
            <pc:docMk/>
            <pc:sldMk cId="3271559406" sldId="265"/>
            <ac:spMk id="19" creationId="{DF4919A4-47C4-B87E-5929-0B70DEAD847D}"/>
          </ac:spMkLst>
        </pc:spChg>
        <pc:spChg chg="add mod">
          <ac:chgData name="stmakatt" userId="S::stmakatt@hochschulekempten.onmicrosoft.com::6ebfdbce-4b09-4207-8a01-67e48fa59848" providerId="AD" clId="Web-{2713BA19-C4A7-0BED-2434-8996AB2046EF}" dt="2026-01-15T01:46:50.660" v="1919" actId="1076"/>
          <ac:spMkLst>
            <pc:docMk/>
            <pc:sldMk cId="3271559406" sldId="265"/>
            <ac:spMk id="21" creationId="{567D8E15-73EB-2B86-9A9C-31C96F637369}"/>
          </ac:spMkLst>
        </pc:spChg>
        <pc:spChg chg="add">
          <ac:chgData name="stmakatt" userId="S::stmakatt@hochschulekempten.onmicrosoft.com::6ebfdbce-4b09-4207-8a01-67e48fa59848" providerId="AD" clId="Web-{2713BA19-C4A7-0BED-2434-8996AB2046EF}" dt="2026-01-15T01:46:43.395" v="1914"/>
          <ac:spMkLst>
            <pc:docMk/>
            <pc:sldMk cId="3271559406" sldId="265"/>
            <ac:spMk id="23" creationId="{CD77A112-7875-2C4A-CC8E-98C7F3298E3B}"/>
          </ac:spMkLst>
        </pc:spChg>
        <pc:spChg chg="add">
          <ac:chgData name="stmakatt" userId="S::stmakatt@hochschulekempten.onmicrosoft.com::6ebfdbce-4b09-4207-8a01-67e48fa59848" providerId="AD" clId="Web-{2713BA19-C4A7-0BED-2434-8996AB2046EF}" dt="2026-01-15T01:46:43.411" v="1915"/>
          <ac:spMkLst>
            <pc:docMk/>
            <pc:sldMk cId="3271559406" sldId="265"/>
            <ac:spMk id="25" creationId="{1332CC20-2EDE-258E-9552-46A28A64FED7}"/>
          </ac:spMkLst>
        </pc:spChg>
        <pc:spChg chg="add mod">
          <ac:chgData name="stmakatt" userId="S::stmakatt@hochschulekempten.onmicrosoft.com::6ebfdbce-4b09-4207-8a01-67e48fa59848" providerId="AD" clId="Web-{2713BA19-C4A7-0BED-2434-8996AB2046EF}" dt="2026-01-15T01:46:52.801" v="1920" actId="1076"/>
          <ac:spMkLst>
            <pc:docMk/>
            <pc:sldMk cId="3271559406" sldId="265"/>
            <ac:spMk id="27" creationId="{6CD5687B-2E98-CA57-B7BB-A4D5EC9685DB}"/>
          </ac:spMkLst>
        </pc:spChg>
        <pc:picChg chg="add mod">
          <ac:chgData name="stmakatt" userId="S::stmakatt@hochschulekempten.onmicrosoft.com::6ebfdbce-4b09-4207-8a01-67e48fa59848" providerId="AD" clId="Web-{2713BA19-C4A7-0BED-2434-8996AB2046EF}" dt="2026-01-14T22:59:56.655" v="1127" actId="1076"/>
          <ac:picMkLst>
            <pc:docMk/>
            <pc:sldMk cId="3271559406" sldId="265"/>
            <ac:picMk id="7" creationId="{DD36D5BA-4AA2-8C2F-0277-37C186FBFE16}"/>
          </ac:picMkLst>
        </pc:picChg>
      </pc:sldChg>
      <pc:sldChg chg="new del">
        <pc:chgData name="stmakatt" userId="S::stmakatt@hochschulekempten.onmicrosoft.com::6ebfdbce-4b09-4207-8a01-67e48fa59848" providerId="AD" clId="Web-{2713BA19-C4A7-0BED-2434-8996AB2046EF}" dt="2026-01-14T22:41:04.318" v="987"/>
        <pc:sldMkLst>
          <pc:docMk/>
          <pc:sldMk cId="241434020" sldId="266"/>
        </pc:sldMkLst>
      </pc:sldChg>
      <pc:sldChg chg="addSp modSp add replId addAnim modAnim">
        <pc:chgData name="stmakatt" userId="S::stmakatt@hochschulekempten.onmicrosoft.com::6ebfdbce-4b09-4207-8a01-67e48fa59848" providerId="AD" clId="Web-{2713BA19-C4A7-0BED-2434-8996AB2046EF}" dt="2026-01-15T01:47:06.926" v="1930" actId="1076"/>
        <pc:sldMkLst>
          <pc:docMk/>
          <pc:sldMk cId="4199241641" sldId="266"/>
        </pc:sldMkLst>
        <pc:spChg chg="mod">
          <ac:chgData name="stmakatt" userId="S::stmakatt@hochschulekempten.onmicrosoft.com::6ebfdbce-4b09-4207-8a01-67e48fa59848" providerId="AD" clId="Web-{2713BA19-C4A7-0BED-2434-8996AB2046EF}" dt="2026-01-14T22:41:29.475" v="991" actId="20577"/>
          <ac:spMkLst>
            <pc:docMk/>
            <pc:sldMk cId="4199241641" sldId="266"/>
            <ac:spMk id="2" creationId="{1E756D6F-989A-076B-B67A-7330C859E9FD}"/>
          </ac:spMkLst>
        </pc:spChg>
        <pc:spChg chg="mod">
          <ac:chgData name="stmakatt" userId="S::stmakatt@hochschulekempten.onmicrosoft.com::6ebfdbce-4b09-4207-8a01-67e48fa59848" providerId="AD" clId="Web-{2713BA19-C4A7-0BED-2434-8996AB2046EF}" dt="2026-01-14T22:52:56.790" v="1064" actId="20577"/>
          <ac:spMkLst>
            <pc:docMk/>
            <pc:sldMk cId="4199241641" sldId="266"/>
            <ac:spMk id="4" creationId="{3EDE1276-F89A-5204-4F92-1C59C3E94E3F}"/>
          </ac:spMkLst>
        </pc:spChg>
        <pc:spChg chg="mod">
          <ac:chgData name="stmakatt" userId="S::stmakatt@hochschulekempten.onmicrosoft.com::6ebfdbce-4b09-4207-8a01-67e48fa59848" providerId="AD" clId="Web-{2713BA19-C4A7-0BED-2434-8996AB2046EF}" dt="2026-01-14T22:52:27.571" v="1041" actId="20577"/>
          <ac:spMkLst>
            <pc:docMk/>
            <pc:sldMk cId="4199241641" sldId="266"/>
            <ac:spMk id="5" creationId="{B7751654-26CC-1661-2534-22D8B55157A9}"/>
          </ac:spMkLst>
        </pc:spChg>
        <pc:spChg chg="mod">
          <ac:chgData name="stmakatt" userId="S::stmakatt@hochschulekempten.onmicrosoft.com::6ebfdbce-4b09-4207-8a01-67e48fa59848" providerId="AD" clId="Web-{2713BA19-C4A7-0BED-2434-8996AB2046EF}" dt="2026-01-14T23:03:10.149" v="1182" actId="20577"/>
          <ac:spMkLst>
            <pc:docMk/>
            <pc:sldMk cId="4199241641" sldId="266"/>
            <ac:spMk id="6" creationId="{9078600B-56D6-E618-0705-9F2590868A5C}"/>
          </ac:spMkLst>
        </pc:spChg>
        <pc:spChg chg="add mod">
          <ac:chgData name="stmakatt" userId="S::stmakatt@hochschulekempten.onmicrosoft.com::6ebfdbce-4b09-4207-8a01-67e48fa59848" providerId="AD" clId="Web-{2713BA19-C4A7-0BED-2434-8996AB2046EF}" dt="2026-01-14T23:01:50.084" v="1159" actId="1076"/>
          <ac:spMkLst>
            <pc:docMk/>
            <pc:sldMk cId="4199241641" sldId="266"/>
            <ac:spMk id="8" creationId="{675CE9AB-4933-B04E-C243-8CF3B0E7087F}"/>
          </ac:spMkLst>
        </pc:spChg>
        <pc:spChg chg="add">
          <ac:chgData name="stmakatt" userId="S::stmakatt@hochschulekempten.onmicrosoft.com::6ebfdbce-4b09-4207-8a01-67e48fa59848" providerId="AD" clId="Web-{2713BA19-C4A7-0BED-2434-8996AB2046EF}" dt="2026-01-15T01:41:10.250" v="1743"/>
          <ac:spMkLst>
            <pc:docMk/>
            <pc:sldMk cId="4199241641" sldId="266"/>
            <ac:spMk id="9" creationId="{ECFFD09C-448B-9F2A-7B29-7C744FBA36D8}"/>
          </ac:spMkLst>
        </pc:spChg>
        <pc:spChg chg="add">
          <ac:chgData name="stmakatt" userId="S::stmakatt@hochschulekempten.onmicrosoft.com::6ebfdbce-4b09-4207-8a01-67e48fa59848" providerId="AD" clId="Web-{2713BA19-C4A7-0BED-2434-8996AB2046EF}" dt="2026-01-15T01:41:10.265" v="1744"/>
          <ac:spMkLst>
            <pc:docMk/>
            <pc:sldMk cId="4199241641" sldId="266"/>
            <ac:spMk id="11" creationId="{32C29000-CE9D-4643-603A-91C546ACBB3E}"/>
          </ac:spMkLst>
        </pc:spChg>
        <pc:spChg chg="add">
          <ac:chgData name="stmakatt" userId="S::stmakatt@hochschulekempten.onmicrosoft.com::6ebfdbce-4b09-4207-8a01-67e48fa59848" providerId="AD" clId="Web-{2713BA19-C4A7-0BED-2434-8996AB2046EF}" dt="2026-01-15T01:41:10.281" v="1745"/>
          <ac:spMkLst>
            <pc:docMk/>
            <pc:sldMk cId="4199241641" sldId="266"/>
            <ac:spMk id="13" creationId="{4E4C74E1-443E-F389-E142-E84B47D9806B}"/>
          </ac:spMkLst>
        </pc:spChg>
        <pc:spChg chg="add">
          <ac:chgData name="stmakatt" userId="S::stmakatt@hochschulekempten.onmicrosoft.com::6ebfdbce-4b09-4207-8a01-67e48fa59848" providerId="AD" clId="Web-{2713BA19-C4A7-0BED-2434-8996AB2046EF}" dt="2026-01-15T01:41:10.297" v="1746"/>
          <ac:spMkLst>
            <pc:docMk/>
            <pc:sldMk cId="4199241641" sldId="266"/>
            <ac:spMk id="15" creationId="{EB13F39B-E4F0-5117-6339-0388FA7D415C}"/>
          </ac:spMkLst>
        </pc:spChg>
        <pc:spChg chg="add">
          <ac:chgData name="stmakatt" userId="S::stmakatt@hochschulekempten.onmicrosoft.com::6ebfdbce-4b09-4207-8a01-67e48fa59848" providerId="AD" clId="Web-{2713BA19-C4A7-0BED-2434-8996AB2046EF}" dt="2026-01-15T01:41:10.312" v="1747"/>
          <ac:spMkLst>
            <pc:docMk/>
            <pc:sldMk cId="4199241641" sldId="266"/>
            <ac:spMk id="17" creationId="{4C0DA8A3-FBC2-9CAD-72A5-65E614FB567C}"/>
          </ac:spMkLst>
        </pc:spChg>
        <pc:spChg chg="add">
          <ac:chgData name="stmakatt" userId="S::stmakatt@hochschulekempten.onmicrosoft.com::6ebfdbce-4b09-4207-8a01-67e48fa59848" providerId="AD" clId="Web-{2713BA19-C4A7-0BED-2434-8996AB2046EF}" dt="2026-01-15T01:41:10.328" v="1748"/>
          <ac:spMkLst>
            <pc:docMk/>
            <pc:sldMk cId="4199241641" sldId="266"/>
            <ac:spMk id="19" creationId="{337DDB09-3591-FBFA-DDA8-CC60CDEEC35F}"/>
          </ac:spMkLst>
        </pc:spChg>
        <pc:spChg chg="add mod">
          <ac:chgData name="stmakatt" userId="S::stmakatt@hochschulekempten.onmicrosoft.com::6ebfdbce-4b09-4207-8a01-67e48fa59848" providerId="AD" clId="Web-{2713BA19-C4A7-0BED-2434-8996AB2046EF}" dt="2026-01-15T01:47:03.520" v="1928" actId="1076"/>
          <ac:spMkLst>
            <pc:docMk/>
            <pc:sldMk cId="4199241641" sldId="266"/>
            <ac:spMk id="21" creationId="{FBACFF23-341C-46FF-F7EB-4402090B669C}"/>
          </ac:spMkLst>
        </pc:spChg>
        <pc:spChg chg="add">
          <ac:chgData name="stmakatt" userId="S::stmakatt@hochschulekempten.onmicrosoft.com::6ebfdbce-4b09-4207-8a01-67e48fa59848" providerId="AD" clId="Web-{2713BA19-C4A7-0BED-2434-8996AB2046EF}" dt="2026-01-15T01:46:55.270" v="1922"/>
          <ac:spMkLst>
            <pc:docMk/>
            <pc:sldMk cId="4199241641" sldId="266"/>
            <ac:spMk id="23" creationId="{D2A113DD-E279-895D-485F-C88FEFFA2D61}"/>
          </ac:spMkLst>
        </pc:spChg>
        <pc:spChg chg="add mod">
          <ac:chgData name="stmakatt" userId="S::stmakatt@hochschulekempten.onmicrosoft.com::6ebfdbce-4b09-4207-8a01-67e48fa59848" providerId="AD" clId="Web-{2713BA19-C4A7-0BED-2434-8996AB2046EF}" dt="2026-01-15T01:47:06.926" v="1930" actId="1076"/>
          <ac:spMkLst>
            <pc:docMk/>
            <pc:sldMk cId="4199241641" sldId="266"/>
            <ac:spMk id="25" creationId="{6A35EE4F-E490-E185-8815-E4CE53BD07E5}"/>
          </ac:spMkLst>
        </pc:spChg>
        <pc:spChg chg="add mod">
          <ac:chgData name="stmakatt" userId="S::stmakatt@hochschulekempten.onmicrosoft.com::6ebfdbce-4b09-4207-8a01-67e48fa59848" providerId="AD" clId="Web-{2713BA19-C4A7-0BED-2434-8996AB2046EF}" dt="2026-01-15T01:47:05.379" v="1929" actId="1076"/>
          <ac:spMkLst>
            <pc:docMk/>
            <pc:sldMk cId="4199241641" sldId="266"/>
            <ac:spMk id="27" creationId="{7448C087-7DE2-A052-78E6-5F4A472C81DD}"/>
          </ac:spMkLst>
        </pc:spChg>
        <pc:picChg chg="add mod">
          <ac:chgData name="stmakatt" userId="S::stmakatt@hochschulekempten.onmicrosoft.com::6ebfdbce-4b09-4207-8a01-67e48fa59848" providerId="AD" clId="Web-{2713BA19-C4A7-0BED-2434-8996AB2046EF}" dt="2026-01-14T22:55:23.793" v="1087" actId="1076"/>
          <ac:picMkLst>
            <pc:docMk/>
            <pc:sldMk cId="4199241641" sldId="266"/>
            <ac:picMk id="3" creationId="{034CD14F-DA10-510A-F1DC-D4A42E31FF02}"/>
          </ac:picMkLst>
        </pc:picChg>
      </pc:sldChg>
      <pc:sldChg chg="addSp delSp modSp add replId delAnim">
        <pc:chgData name="stmakatt" userId="S::stmakatt@hochschulekempten.onmicrosoft.com::6ebfdbce-4b09-4207-8a01-67e48fa59848" providerId="AD" clId="Web-{2713BA19-C4A7-0BED-2434-8996AB2046EF}" dt="2026-01-15T01:47:26.473" v="1942" actId="1076"/>
        <pc:sldMkLst>
          <pc:docMk/>
          <pc:sldMk cId="3988373484" sldId="267"/>
        </pc:sldMkLst>
        <pc:spChg chg="mod">
          <ac:chgData name="stmakatt" userId="S::stmakatt@hochschulekempten.onmicrosoft.com::6ebfdbce-4b09-4207-8a01-67e48fa59848" providerId="AD" clId="Web-{2713BA19-C4A7-0BED-2434-8996AB2046EF}" dt="2026-01-14T23:08:00.140" v="1188" actId="20577"/>
          <ac:spMkLst>
            <pc:docMk/>
            <pc:sldMk cId="3988373484" sldId="267"/>
            <ac:spMk id="2" creationId="{C6C27FB0-0090-293D-0071-29A18CE23BB7}"/>
          </ac:spMkLst>
        </pc:spChg>
        <pc:spChg chg="mod">
          <ac:chgData name="stmakatt" userId="S::stmakatt@hochschulekempten.onmicrosoft.com::6ebfdbce-4b09-4207-8a01-67e48fa59848" providerId="AD" clId="Web-{2713BA19-C4A7-0BED-2434-8996AB2046EF}" dt="2026-01-14T23:14:12.148" v="1283" actId="20577"/>
          <ac:spMkLst>
            <pc:docMk/>
            <pc:sldMk cId="3988373484" sldId="267"/>
            <ac:spMk id="4" creationId="{6253F1D1-5CAC-59CB-D9A8-E4A8A7F5AF19}"/>
          </ac:spMkLst>
        </pc:spChg>
        <pc:spChg chg="mod">
          <ac:chgData name="stmakatt" userId="S::stmakatt@hochschulekempten.onmicrosoft.com::6ebfdbce-4b09-4207-8a01-67e48fa59848" providerId="AD" clId="Web-{2713BA19-C4A7-0BED-2434-8996AB2046EF}" dt="2026-01-15T00:06:26.416" v="1336" actId="20577"/>
          <ac:spMkLst>
            <pc:docMk/>
            <pc:sldMk cId="3988373484" sldId="267"/>
            <ac:spMk id="5" creationId="{512A53F1-70A9-9359-673E-803A3F83F7ED}"/>
          </ac:spMkLst>
        </pc:spChg>
        <pc:spChg chg="mod">
          <ac:chgData name="stmakatt" userId="S::stmakatt@hochschulekempten.onmicrosoft.com::6ebfdbce-4b09-4207-8a01-67e48fa59848" providerId="AD" clId="Web-{2713BA19-C4A7-0BED-2434-8996AB2046EF}" dt="2026-01-14T23:39:26.569" v="1330" actId="20577"/>
          <ac:spMkLst>
            <pc:docMk/>
            <pc:sldMk cId="3988373484" sldId="267"/>
            <ac:spMk id="6" creationId="{EF228EDD-BBBA-53D2-CF10-5DDA85F0EAF6}"/>
          </ac:spMkLst>
        </pc:spChg>
        <pc:spChg chg="add">
          <ac:chgData name="stmakatt" userId="S::stmakatt@hochschulekempten.onmicrosoft.com::6ebfdbce-4b09-4207-8a01-67e48fa59848" providerId="AD" clId="Web-{2713BA19-C4A7-0BED-2434-8996AB2046EF}" dt="2026-01-15T01:41:12.219" v="1749"/>
          <ac:spMkLst>
            <pc:docMk/>
            <pc:sldMk cId="3988373484" sldId="267"/>
            <ac:spMk id="7" creationId="{E88C119D-9891-1F76-F35C-688D7FF189B6}"/>
          </ac:spMkLst>
        </pc:spChg>
        <pc:spChg chg="del">
          <ac:chgData name="stmakatt" userId="S::stmakatt@hochschulekempten.onmicrosoft.com::6ebfdbce-4b09-4207-8a01-67e48fa59848" providerId="AD" clId="Web-{2713BA19-C4A7-0BED-2434-8996AB2046EF}" dt="2026-01-14T23:09:57.063" v="1209"/>
          <ac:spMkLst>
            <pc:docMk/>
            <pc:sldMk cId="3988373484" sldId="267"/>
            <ac:spMk id="8" creationId="{914FF19D-3ED8-188A-65C4-64CA394B210C}"/>
          </ac:spMkLst>
        </pc:spChg>
        <pc:spChg chg="add">
          <ac:chgData name="stmakatt" userId="S::stmakatt@hochschulekempten.onmicrosoft.com::6ebfdbce-4b09-4207-8a01-67e48fa59848" providerId="AD" clId="Web-{2713BA19-C4A7-0BED-2434-8996AB2046EF}" dt="2026-01-15T01:41:12.234" v="1750"/>
          <ac:spMkLst>
            <pc:docMk/>
            <pc:sldMk cId="3988373484" sldId="267"/>
            <ac:spMk id="9" creationId="{D673A040-E3C4-EAD7-4F7D-43D62872762B}"/>
          </ac:spMkLst>
        </pc:spChg>
        <pc:spChg chg="add">
          <ac:chgData name="stmakatt" userId="S::stmakatt@hochschulekempten.onmicrosoft.com::6ebfdbce-4b09-4207-8a01-67e48fa59848" providerId="AD" clId="Web-{2713BA19-C4A7-0BED-2434-8996AB2046EF}" dt="2026-01-15T01:41:12.250" v="1751"/>
          <ac:spMkLst>
            <pc:docMk/>
            <pc:sldMk cId="3988373484" sldId="267"/>
            <ac:spMk id="11" creationId="{A2174489-DF64-B315-9093-22E8D35F61C1}"/>
          </ac:spMkLst>
        </pc:spChg>
        <pc:spChg chg="add">
          <ac:chgData name="stmakatt" userId="S::stmakatt@hochschulekempten.onmicrosoft.com::6ebfdbce-4b09-4207-8a01-67e48fa59848" providerId="AD" clId="Web-{2713BA19-C4A7-0BED-2434-8996AB2046EF}" dt="2026-01-15T01:41:12.250" v="1752"/>
          <ac:spMkLst>
            <pc:docMk/>
            <pc:sldMk cId="3988373484" sldId="267"/>
            <ac:spMk id="13" creationId="{DF91B251-F454-4BEE-1E8A-898CBFE5A3D9}"/>
          </ac:spMkLst>
        </pc:spChg>
        <pc:spChg chg="add">
          <ac:chgData name="stmakatt" userId="S::stmakatt@hochschulekempten.onmicrosoft.com::6ebfdbce-4b09-4207-8a01-67e48fa59848" providerId="AD" clId="Web-{2713BA19-C4A7-0BED-2434-8996AB2046EF}" dt="2026-01-15T01:41:12.265" v="1753"/>
          <ac:spMkLst>
            <pc:docMk/>
            <pc:sldMk cId="3988373484" sldId="267"/>
            <ac:spMk id="15" creationId="{F7F9285B-F8E4-B9A4-7235-18FF2CB89F76}"/>
          </ac:spMkLst>
        </pc:spChg>
        <pc:spChg chg="add">
          <ac:chgData name="stmakatt" userId="S::stmakatt@hochschulekempten.onmicrosoft.com::6ebfdbce-4b09-4207-8a01-67e48fa59848" providerId="AD" clId="Web-{2713BA19-C4A7-0BED-2434-8996AB2046EF}" dt="2026-01-15T01:41:12.281" v="1754"/>
          <ac:spMkLst>
            <pc:docMk/>
            <pc:sldMk cId="3988373484" sldId="267"/>
            <ac:spMk id="17" creationId="{8F2F8BF4-0AF2-DC32-B164-9BDC33EF824B}"/>
          </ac:spMkLst>
        </pc:spChg>
        <pc:spChg chg="add mod">
          <ac:chgData name="stmakatt" userId="S::stmakatt@hochschulekempten.onmicrosoft.com::6ebfdbce-4b09-4207-8a01-67e48fa59848" providerId="AD" clId="Web-{2713BA19-C4A7-0BED-2434-8996AB2046EF}" dt="2026-01-15T01:47:21.863" v="1939" actId="1076"/>
          <ac:spMkLst>
            <pc:docMk/>
            <pc:sldMk cId="3988373484" sldId="267"/>
            <ac:spMk id="19" creationId="{88F89FC4-8177-B483-1544-6F5071CB680D}"/>
          </ac:spMkLst>
        </pc:spChg>
        <pc:spChg chg="add mod">
          <ac:chgData name="stmakatt" userId="S::stmakatt@hochschulekempten.onmicrosoft.com::6ebfdbce-4b09-4207-8a01-67e48fa59848" providerId="AD" clId="Web-{2713BA19-C4A7-0BED-2434-8996AB2046EF}" dt="2026-01-15T01:47:26.473" v="1942" actId="1076"/>
          <ac:spMkLst>
            <pc:docMk/>
            <pc:sldMk cId="3988373484" sldId="267"/>
            <ac:spMk id="21" creationId="{3A106A00-3C52-65E0-E6FC-63BD92297244}"/>
          </ac:spMkLst>
        </pc:spChg>
        <pc:spChg chg="add mod">
          <ac:chgData name="stmakatt" userId="S::stmakatt@hochschulekempten.onmicrosoft.com::6ebfdbce-4b09-4207-8a01-67e48fa59848" providerId="AD" clId="Web-{2713BA19-C4A7-0BED-2434-8996AB2046EF}" dt="2026-01-15T01:47:25.082" v="1941" actId="1076"/>
          <ac:spMkLst>
            <pc:docMk/>
            <pc:sldMk cId="3988373484" sldId="267"/>
            <ac:spMk id="23" creationId="{8A7F8B21-9F5F-A2B6-9DD1-66247D6AD522}"/>
          </ac:spMkLst>
        </pc:spChg>
        <pc:spChg chg="add mod">
          <ac:chgData name="stmakatt" userId="S::stmakatt@hochschulekempten.onmicrosoft.com::6ebfdbce-4b09-4207-8a01-67e48fa59848" providerId="AD" clId="Web-{2713BA19-C4A7-0BED-2434-8996AB2046EF}" dt="2026-01-15T01:47:23.363" v="1940" actId="1076"/>
          <ac:spMkLst>
            <pc:docMk/>
            <pc:sldMk cId="3988373484" sldId="267"/>
            <ac:spMk id="25" creationId="{D6B094DF-1AEA-1482-4F8C-0310A9D5578E}"/>
          </ac:spMkLst>
        </pc:spChg>
        <pc:picChg chg="del">
          <ac:chgData name="stmakatt" userId="S::stmakatt@hochschulekempten.onmicrosoft.com::6ebfdbce-4b09-4207-8a01-67e48fa59848" providerId="AD" clId="Web-{2713BA19-C4A7-0BED-2434-8996AB2046EF}" dt="2026-01-14T23:09:55.297" v="1208"/>
          <ac:picMkLst>
            <pc:docMk/>
            <pc:sldMk cId="3988373484" sldId="267"/>
            <ac:picMk id="3" creationId="{8865A422-4AB8-7C13-3BC4-B60553E6E86D}"/>
          </ac:picMkLst>
        </pc:picChg>
      </pc:sldChg>
      <pc:sldMasterChg chg="del delSldLayout">
        <pc:chgData name="stmakatt" userId="S::stmakatt@hochschulekempten.onmicrosoft.com::6ebfdbce-4b09-4207-8a01-67e48fa59848" providerId="AD" clId="Web-{2713BA19-C4A7-0BED-2434-8996AB2046EF}" dt="2026-01-14T14:50:52.664" v="0"/>
        <pc:sldMasterMkLst>
          <pc:docMk/>
          <pc:sldMasterMk cId="594725491" sldId="2147483648"/>
        </pc:sldMasterMkLst>
        <pc:sldLayoutChg chg="del">
          <pc:chgData name="stmakatt" userId="S::stmakatt@hochschulekempten.onmicrosoft.com::6ebfdbce-4b09-4207-8a01-67e48fa59848" providerId="AD" clId="Web-{2713BA19-C4A7-0BED-2434-8996AB2046EF}" dt="2026-01-14T14:50:52.664" v="0"/>
          <pc:sldLayoutMkLst>
            <pc:docMk/>
            <pc:sldMasterMk cId="594725491" sldId="2147483648"/>
            <pc:sldLayoutMk cId="4043166929" sldId="2147483649"/>
          </pc:sldLayoutMkLst>
        </pc:sldLayoutChg>
        <pc:sldLayoutChg chg="del">
          <pc:chgData name="stmakatt" userId="S::stmakatt@hochschulekempten.onmicrosoft.com::6ebfdbce-4b09-4207-8a01-67e48fa59848" providerId="AD" clId="Web-{2713BA19-C4A7-0BED-2434-8996AB2046EF}" dt="2026-01-14T14:50:52.664" v="0"/>
          <pc:sldLayoutMkLst>
            <pc:docMk/>
            <pc:sldMasterMk cId="594725491" sldId="2147483648"/>
            <pc:sldLayoutMk cId="3433200589" sldId="2147483650"/>
          </pc:sldLayoutMkLst>
        </pc:sldLayoutChg>
        <pc:sldLayoutChg chg="del">
          <pc:chgData name="stmakatt" userId="S::stmakatt@hochschulekempten.onmicrosoft.com::6ebfdbce-4b09-4207-8a01-67e48fa59848" providerId="AD" clId="Web-{2713BA19-C4A7-0BED-2434-8996AB2046EF}" dt="2026-01-14T14:50:52.664" v="0"/>
          <pc:sldLayoutMkLst>
            <pc:docMk/>
            <pc:sldMasterMk cId="594725491" sldId="2147483648"/>
            <pc:sldLayoutMk cId="2835585648" sldId="2147483651"/>
          </pc:sldLayoutMkLst>
        </pc:sldLayoutChg>
        <pc:sldLayoutChg chg="del">
          <pc:chgData name="stmakatt" userId="S::stmakatt@hochschulekempten.onmicrosoft.com::6ebfdbce-4b09-4207-8a01-67e48fa59848" providerId="AD" clId="Web-{2713BA19-C4A7-0BED-2434-8996AB2046EF}" dt="2026-01-14T14:50:52.664" v="0"/>
          <pc:sldLayoutMkLst>
            <pc:docMk/>
            <pc:sldMasterMk cId="594725491" sldId="2147483648"/>
            <pc:sldLayoutMk cId="742901757" sldId="2147483652"/>
          </pc:sldLayoutMkLst>
        </pc:sldLayoutChg>
        <pc:sldLayoutChg chg="del">
          <pc:chgData name="stmakatt" userId="S::stmakatt@hochschulekempten.onmicrosoft.com::6ebfdbce-4b09-4207-8a01-67e48fa59848" providerId="AD" clId="Web-{2713BA19-C4A7-0BED-2434-8996AB2046EF}" dt="2026-01-14T14:50:52.664" v="0"/>
          <pc:sldLayoutMkLst>
            <pc:docMk/>
            <pc:sldMasterMk cId="594725491" sldId="2147483648"/>
            <pc:sldLayoutMk cId="2024084034" sldId="2147483653"/>
          </pc:sldLayoutMkLst>
        </pc:sldLayoutChg>
        <pc:sldLayoutChg chg="del">
          <pc:chgData name="stmakatt" userId="S::stmakatt@hochschulekempten.onmicrosoft.com::6ebfdbce-4b09-4207-8a01-67e48fa59848" providerId="AD" clId="Web-{2713BA19-C4A7-0BED-2434-8996AB2046EF}" dt="2026-01-14T14:50:52.664" v="0"/>
          <pc:sldLayoutMkLst>
            <pc:docMk/>
            <pc:sldMasterMk cId="594725491" sldId="2147483648"/>
            <pc:sldLayoutMk cId="2440206447" sldId="2147483654"/>
          </pc:sldLayoutMkLst>
        </pc:sldLayoutChg>
        <pc:sldLayoutChg chg="del">
          <pc:chgData name="stmakatt" userId="S::stmakatt@hochschulekempten.onmicrosoft.com::6ebfdbce-4b09-4207-8a01-67e48fa59848" providerId="AD" clId="Web-{2713BA19-C4A7-0BED-2434-8996AB2046EF}" dt="2026-01-14T14:50:52.664" v="0"/>
          <pc:sldLayoutMkLst>
            <pc:docMk/>
            <pc:sldMasterMk cId="594725491" sldId="2147483648"/>
            <pc:sldLayoutMk cId="3087692832" sldId="2147483655"/>
          </pc:sldLayoutMkLst>
        </pc:sldLayoutChg>
        <pc:sldLayoutChg chg="del">
          <pc:chgData name="stmakatt" userId="S::stmakatt@hochschulekempten.onmicrosoft.com::6ebfdbce-4b09-4207-8a01-67e48fa59848" providerId="AD" clId="Web-{2713BA19-C4A7-0BED-2434-8996AB2046EF}" dt="2026-01-14T14:50:52.664" v="0"/>
          <pc:sldLayoutMkLst>
            <pc:docMk/>
            <pc:sldMasterMk cId="594725491" sldId="2147483648"/>
            <pc:sldLayoutMk cId="3453883237" sldId="2147483656"/>
          </pc:sldLayoutMkLst>
        </pc:sldLayoutChg>
        <pc:sldLayoutChg chg="del">
          <pc:chgData name="stmakatt" userId="S::stmakatt@hochschulekempten.onmicrosoft.com::6ebfdbce-4b09-4207-8a01-67e48fa59848" providerId="AD" clId="Web-{2713BA19-C4A7-0BED-2434-8996AB2046EF}" dt="2026-01-14T14:50:52.664" v="0"/>
          <pc:sldLayoutMkLst>
            <pc:docMk/>
            <pc:sldMasterMk cId="594725491" sldId="2147483648"/>
            <pc:sldLayoutMk cId="2509888776" sldId="2147483657"/>
          </pc:sldLayoutMkLst>
        </pc:sldLayoutChg>
        <pc:sldLayoutChg chg="del">
          <pc:chgData name="stmakatt" userId="S::stmakatt@hochschulekempten.onmicrosoft.com::6ebfdbce-4b09-4207-8a01-67e48fa59848" providerId="AD" clId="Web-{2713BA19-C4A7-0BED-2434-8996AB2046EF}" dt="2026-01-14T14:50:52.664" v="0"/>
          <pc:sldLayoutMkLst>
            <pc:docMk/>
            <pc:sldMasterMk cId="594725491" sldId="2147483648"/>
            <pc:sldLayoutMk cId="1699206799" sldId="2147483658"/>
          </pc:sldLayoutMkLst>
        </pc:sldLayoutChg>
        <pc:sldLayoutChg chg="del">
          <pc:chgData name="stmakatt" userId="S::stmakatt@hochschulekempten.onmicrosoft.com::6ebfdbce-4b09-4207-8a01-67e48fa59848" providerId="AD" clId="Web-{2713BA19-C4A7-0BED-2434-8996AB2046EF}" dt="2026-01-14T14:50:52.664" v="0"/>
          <pc:sldLayoutMkLst>
            <pc:docMk/>
            <pc:sldMasterMk cId="594725491" sldId="2147483648"/>
            <pc:sldLayoutMk cId="2809958959" sldId="2147483659"/>
          </pc:sldLayoutMkLst>
        </pc:sldLayoutChg>
      </pc:sldMasterChg>
      <pc:sldMasterChg chg="add addSldLayout modSldLayout">
        <pc:chgData name="stmakatt" userId="S::stmakatt@hochschulekempten.onmicrosoft.com::6ebfdbce-4b09-4207-8a01-67e48fa59848" providerId="AD" clId="Web-{2713BA19-C4A7-0BED-2434-8996AB2046EF}" dt="2026-01-14T14:50:52.664" v="0"/>
        <pc:sldMasterMkLst>
          <pc:docMk/>
          <pc:sldMasterMk cId="3418203651" sldId="2147483660"/>
        </pc:sldMasterMkLst>
        <pc:sldLayoutChg chg="add mod replId">
          <pc:chgData name="stmakatt" userId="S::stmakatt@hochschulekempten.onmicrosoft.com::6ebfdbce-4b09-4207-8a01-67e48fa59848" providerId="AD" clId="Web-{2713BA19-C4A7-0BED-2434-8996AB2046EF}" dt="2026-01-14T14:50:52.664" v="0"/>
          <pc:sldLayoutMkLst>
            <pc:docMk/>
            <pc:sldMasterMk cId="3418203651" sldId="2147483660"/>
            <pc:sldLayoutMk cId="611082186" sldId="2147483661"/>
          </pc:sldLayoutMkLst>
        </pc:sldLayoutChg>
        <pc:sldLayoutChg chg="add mod replId">
          <pc:chgData name="stmakatt" userId="S::stmakatt@hochschulekempten.onmicrosoft.com::6ebfdbce-4b09-4207-8a01-67e48fa59848" providerId="AD" clId="Web-{2713BA19-C4A7-0BED-2434-8996AB2046EF}" dt="2026-01-14T14:50:52.664" v="0"/>
          <pc:sldLayoutMkLst>
            <pc:docMk/>
            <pc:sldMasterMk cId="3418203651" sldId="2147483660"/>
            <pc:sldLayoutMk cId="2721053514" sldId="2147483662"/>
          </pc:sldLayoutMkLst>
        </pc:sldLayoutChg>
        <pc:sldLayoutChg chg="add mod replId">
          <pc:chgData name="stmakatt" userId="S::stmakatt@hochschulekempten.onmicrosoft.com::6ebfdbce-4b09-4207-8a01-67e48fa59848" providerId="AD" clId="Web-{2713BA19-C4A7-0BED-2434-8996AB2046EF}" dt="2026-01-14T14:50:52.664" v="0"/>
          <pc:sldLayoutMkLst>
            <pc:docMk/>
            <pc:sldMasterMk cId="3418203651" sldId="2147483660"/>
            <pc:sldLayoutMk cId="3643075617" sldId="2147483663"/>
          </pc:sldLayoutMkLst>
        </pc:sldLayoutChg>
        <pc:sldLayoutChg chg="add mod replId">
          <pc:chgData name="stmakatt" userId="S::stmakatt@hochschulekempten.onmicrosoft.com::6ebfdbce-4b09-4207-8a01-67e48fa59848" providerId="AD" clId="Web-{2713BA19-C4A7-0BED-2434-8996AB2046EF}" dt="2026-01-14T14:50:52.664" v="0"/>
          <pc:sldLayoutMkLst>
            <pc:docMk/>
            <pc:sldMasterMk cId="3418203651" sldId="2147483660"/>
            <pc:sldLayoutMk cId="4232822832" sldId="2147483664"/>
          </pc:sldLayoutMkLst>
        </pc:sldLayoutChg>
        <pc:sldLayoutChg chg="add mod replId">
          <pc:chgData name="stmakatt" userId="S::stmakatt@hochschulekempten.onmicrosoft.com::6ebfdbce-4b09-4207-8a01-67e48fa59848" providerId="AD" clId="Web-{2713BA19-C4A7-0BED-2434-8996AB2046EF}" dt="2026-01-14T14:50:52.664" v="0"/>
          <pc:sldLayoutMkLst>
            <pc:docMk/>
            <pc:sldMasterMk cId="3418203651" sldId="2147483660"/>
            <pc:sldLayoutMk cId="2815583398" sldId="2147483665"/>
          </pc:sldLayoutMkLst>
        </pc:sldLayoutChg>
        <pc:sldLayoutChg chg="add mod replId">
          <pc:chgData name="stmakatt" userId="S::stmakatt@hochschulekempten.onmicrosoft.com::6ebfdbce-4b09-4207-8a01-67e48fa59848" providerId="AD" clId="Web-{2713BA19-C4A7-0BED-2434-8996AB2046EF}" dt="2026-01-14T14:50:52.664" v="0"/>
          <pc:sldLayoutMkLst>
            <pc:docMk/>
            <pc:sldMasterMk cId="3418203651" sldId="2147483660"/>
            <pc:sldLayoutMk cId="4024624601" sldId="2147483666"/>
          </pc:sldLayoutMkLst>
        </pc:sldLayoutChg>
        <pc:sldLayoutChg chg="add mod replId">
          <pc:chgData name="stmakatt" userId="S::stmakatt@hochschulekempten.onmicrosoft.com::6ebfdbce-4b09-4207-8a01-67e48fa59848" providerId="AD" clId="Web-{2713BA19-C4A7-0BED-2434-8996AB2046EF}" dt="2026-01-14T14:50:52.664" v="0"/>
          <pc:sldLayoutMkLst>
            <pc:docMk/>
            <pc:sldMasterMk cId="3418203651" sldId="2147483660"/>
            <pc:sldLayoutMk cId="702148847" sldId="2147483667"/>
          </pc:sldLayoutMkLst>
        </pc:sldLayoutChg>
        <pc:sldLayoutChg chg="add mod replId">
          <pc:chgData name="stmakatt" userId="S::stmakatt@hochschulekempten.onmicrosoft.com::6ebfdbce-4b09-4207-8a01-67e48fa59848" providerId="AD" clId="Web-{2713BA19-C4A7-0BED-2434-8996AB2046EF}" dt="2026-01-14T14:50:52.664" v="0"/>
          <pc:sldLayoutMkLst>
            <pc:docMk/>
            <pc:sldMasterMk cId="3418203651" sldId="2147483660"/>
            <pc:sldLayoutMk cId="1798529131" sldId="2147483668"/>
          </pc:sldLayoutMkLst>
        </pc:sldLayoutChg>
        <pc:sldLayoutChg chg="add mod replId">
          <pc:chgData name="stmakatt" userId="S::stmakatt@hochschulekempten.onmicrosoft.com::6ebfdbce-4b09-4207-8a01-67e48fa59848" providerId="AD" clId="Web-{2713BA19-C4A7-0BED-2434-8996AB2046EF}" dt="2026-01-14T14:50:52.664" v="0"/>
          <pc:sldLayoutMkLst>
            <pc:docMk/>
            <pc:sldMasterMk cId="3418203651" sldId="2147483660"/>
            <pc:sldLayoutMk cId="2178487959" sldId="2147483669"/>
          </pc:sldLayoutMkLst>
        </pc:sldLayoutChg>
        <pc:sldLayoutChg chg="add mod replId">
          <pc:chgData name="stmakatt" userId="S::stmakatt@hochschulekempten.onmicrosoft.com::6ebfdbce-4b09-4207-8a01-67e48fa59848" providerId="AD" clId="Web-{2713BA19-C4A7-0BED-2434-8996AB2046EF}" dt="2026-01-14T14:50:52.664" v="0"/>
          <pc:sldLayoutMkLst>
            <pc:docMk/>
            <pc:sldMasterMk cId="3418203651" sldId="2147483660"/>
            <pc:sldLayoutMk cId="2861691021" sldId="2147483670"/>
          </pc:sldLayoutMkLst>
        </pc:sldLayoutChg>
        <pc:sldLayoutChg chg="add mod replId">
          <pc:chgData name="stmakatt" userId="S::stmakatt@hochschulekempten.onmicrosoft.com::6ebfdbce-4b09-4207-8a01-67e48fa59848" providerId="AD" clId="Web-{2713BA19-C4A7-0BED-2434-8996AB2046EF}" dt="2026-01-14T14:50:52.664" v="0"/>
          <pc:sldLayoutMkLst>
            <pc:docMk/>
            <pc:sldMasterMk cId="3418203651" sldId="2147483660"/>
            <pc:sldLayoutMk cId="1213606712" sldId="2147483671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082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1053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30756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2822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583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624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148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529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8487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691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96DFF08F-DC6B-4601-B491-B0F83F6DD2DA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4FAB73BC-B049-4115-A692-8D63A059BFB8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606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82036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b="1" err="1">
                <a:latin typeface="Aptos Display"/>
              </a:rPr>
              <a:t>Canalchecker</a:t>
            </a:r>
            <a:endParaRPr lang="de-DE" b="1">
              <a:latin typeface="Aptos Display"/>
            </a:endParaRP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>
                <a:latin typeface="Aptos Display"/>
              </a:rPr>
              <a:t>Technische Details</a:t>
            </a:r>
          </a:p>
        </p:txBody>
      </p:sp>
    </p:spTree>
    <p:extLst>
      <p:ext uri="{BB962C8B-B14F-4D97-AF65-F5344CB8AC3E}">
        <p14:creationId xmlns:p14="http://schemas.microsoft.com/office/powerpoint/2010/main" val="1577499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BFD6ED-4C38-57D0-805C-B2E895021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b="1" dirty="0">
                <a:latin typeface="Aptos Display"/>
              </a:rPr>
              <a:t>Inhaltsverzeichnis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8F30666-CF84-D61A-7E2F-B6D7A73EF5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de-DE" sz="2800" dirty="0"/>
              <a:t>Ziel des Projekts</a:t>
            </a:r>
          </a:p>
          <a:p>
            <a:pPr algn="ctr"/>
            <a:r>
              <a:rPr lang="de-DE" sz="2800" dirty="0"/>
              <a:t>Designentscheidungen</a:t>
            </a:r>
          </a:p>
          <a:p>
            <a:pPr algn="ctr"/>
            <a:r>
              <a:rPr lang="de-DE" sz="2800" dirty="0"/>
              <a:t>Technische Lösungen</a:t>
            </a:r>
          </a:p>
          <a:p>
            <a:pPr algn="ctr"/>
            <a:r>
              <a:rPr lang="de-DE" sz="2800" dirty="0"/>
              <a:t>Änderungen zur ursprünglichen </a:t>
            </a:r>
            <a:r>
              <a:rPr lang="de-DE" sz="2800" err="1"/>
              <a:t>idee</a:t>
            </a:r>
            <a:endParaRPr lang="de-DE" sz="2800"/>
          </a:p>
          <a:p>
            <a:pPr algn="ctr"/>
            <a:r>
              <a:rPr lang="de-DE" sz="2800" dirty="0"/>
              <a:t>Anpassungen Projektplan</a:t>
            </a:r>
          </a:p>
          <a:p>
            <a:pPr algn="ctr"/>
            <a:r>
              <a:rPr lang="de-DE" sz="2800" err="1"/>
              <a:t>Lessons</a:t>
            </a:r>
            <a:r>
              <a:rPr lang="de-DE" sz="2800" dirty="0"/>
              <a:t> </a:t>
            </a:r>
            <a:r>
              <a:rPr lang="de-DE" sz="2800" err="1"/>
              <a:t>learned</a:t>
            </a:r>
            <a:endParaRPr lang="de-DE" sz="2800"/>
          </a:p>
        </p:txBody>
      </p:sp>
    </p:spTree>
    <p:extLst>
      <p:ext uri="{BB962C8B-B14F-4D97-AF65-F5344CB8AC3E}">
        <p14:creationId xmlns:p14="http://schemas.microsoft.com/office/powerpoint/2010/main" val="1674002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10D41E-64B9-5A9D-7B88-105F96051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b="1" dirty="0"/>
              <a:t>Ziel des </a:t>
            </a:r>
            <a:r>
              <a:rPr lang="de-DE" b="1" err="1"/>
              <a:t>projekts</a:t>
            </a:r>
            <a:endParaRPr lang="de-DE" b="1"/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A9B39646-227E-A339-2C71-F793749FB53E}"/>
              </a:ext>
            </a:extLst>
          </p:cNvPr>
          <p:cNvSpPr/>
          <p:nvPr/>
        </p:nvSpPr>
        <p:spPr>
          <a:xfrm>
            <a:off x="682831" y="2066636"/>
            <a:ext cx="2740723" cy="1833747"/>
          </a:xfrm>
          <a:prstGeom prst="roundRect">
            <a:avLst/>
          </a:prstGeom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2400" b="1" u="sng" dirty="0">
                <a:solidFill>
                  <a:schemeClr val="bg1"/>
                </a:solidFill>
                <a:latin typeface="Aptos Display"/>
                <a:ea typeface="Calibri"/>
                <a:cs typeface="Calibri"/>
              </a:rPr>
              <a:t>GRUNDZIEL 1</a:t>
            </a:r>
          </a:p>
          <a:p>
            <a:pPr algn="ctr"/>
            <a:endParaRPr lang="de-DE" dirty="0">
              <a:ea typeface="Calibri"/>
              <a:cs typeface="Calibri"/>
            </a:endParaRPr>
          </a:p>
          <a:p>
            <a:pPr algn="ctr"/>
            <a:r>
              <a:rPr lang="de-DE" dirty="0">
                <a:latin typeface="Aptos Display"/>
                <a:ea typeface="Calibri"/>
                <a:cs typeface="Calibri"/>
              </a:rPr>
              <a:t>Fahrt zwischen </a:t>
            </a:r>
            <a:r>
              <a:rPr lang="de-DE" dirty="0" err="1">
                <a:latin typeface="Aptos Display"/>
                <a:ea typeface="Calibri"/>
                <a:cs typeface="Calibri"/>
              </a:rPr>
              <a:t>ArUco</a:t>
            </a:r>
            <a:r>
              <a:rPr lang="de-DE" dirty="0">
                <a:latin typeface="Aptos Display"/>
                <a:ea typeface="Calibri"/>
                <a:cs typeface="Calibri"/>
              </a:rPr>
              <a:t> Markern 0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2D1E298F-66C6-BD95-EBD3-8692F1DBF889}"/>
              </a:ext>
            </a:extLst>
          </p:cNvPr>
          <p:cNvSpPr/>
          <p:nvPr/>
        </p:nvSpPr>
        <p:spPr>
          <a:xfrm>
            <a:off x="4728687" y="2066635"/>
            <a:ext cx="2740723" cy="1833747"/>
          </a:xfrm>
          <a:prstGeom prst="roundRect">
            <a:avLst/>
          </a:prstGeom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2400" b="1" u="sng" dirty="0">
                <a:solidFill>
                  <a:schemeClr val="bg1"/>
                </a:solidFill>
                <a:latin typeface="Aptos Display"/>
                <a:ea typeface="Calibri"/>
                <a:cs typeface="Calibri"/>
              </a:rPr>
              <a:t>GRUNDZIEL 2</a:t>
            </a:r>
          </a:p>
          <a:p>
            <a:pPr algn="ctr"/>
            <a:endParaRPr lang="de-DE" dirty="0">
              <a:ea typeface="Calibri"/>
              <a:cs typeface="Calibri"/>
            </a:endParaRPr>
          </a:p>
          <a:p>
            <a:pPr algn="ctr"/>
            <a:r>
              <a:rPr lang="de-DE" dirty="0">
                <a:latin typeface="Aptos Display"/>
                <a:ea typeface="Calibri"/>
                <a:cs typeface="Calibri"/>
              </a:rPr>
              <a:t>Auf Roboter / Hindernisse Reagieren (Marker 69)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73E15574-DEF3-80AD-8329-79FA4E13D8E1}"/>
              </a:ext>
            </a:extLst>
          </p:cNvPr>
          <p:cNvSpPr/>
          <p:nvPr/>
        </p:nvSpPr>
        <p:spPr>
          <a:xfrm>
            <a:off x="8774543" y="2066634"/>
            <a:ext cx="2740723" cy="1833747"/>
          </a:xfrm>
          <a:prstGeom prst="roundRect">
            <a:avLst/>
          </a:prstGeom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2400" b="1" u="sng" dirty="0">
                <a:solidFill>
                  <a:schemeClr val="bg1"/>
                </a:solidFill>
                <a:latin typeface="Aptos Display"/>
                <a:ea typeface="Calibri"/>
                <a:cs typeface="Calibri"/>
              </a:rPr>
              <a:t>GRUNDZIEL 3</a:t>
            </a:r>
          </a:p>
          <a:p>
            <a:pPr algn="ctr"/>
            <a:endParaRPr lang="de-DE" dirty="0">
              <a:ea typeface="Calibri"/>
              <a:cs typeface="Calibri"/>
            </a:endParaRPr>
          </a:p>
          <a:p>
            <a:pPr algn="ctr"/>
            <a:r>
              <a:rPr lang="de-DE" dirty="0">
                <a:latin typeface="Aptos Display"/>
                <a:ea typeface="Calibri"/>
                <a:cs typeface="Calibri"/>
              </a:rPr>
              <a:t>Folgen eines anderen Roboters (Marker 69)</a:t>
            </a: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415040BC-AB84-947D-B5C5-A6DD2C22F2D8}"/>
              </a:ext>
            </a:extLst>
          </p:cNvPr>
          <p:cNvSpPr/>
          <p:nvPr/>
        </p:nvSpPr>
        <p:spPr>
          <a:xfrm>
            <a:off x="4728686" y="4561277"/>
            <a:ext cx="2740723" cy="1833747"/>
          </a:xfrm>
          <a:prstGeom prst="roundRect">
            <a:avLst/>
          </a:prstGeom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2400" b="1" u="sng" dirty="0">
                <a:solidFill>
                  <a:schemeClr val="bg1"/>
                </a:solidFill>
                <a:latin typeface="Aptos Display"/>
                <a:ea typeface="Calibri"/>
                <a:cs typeface="Calibri"/>
              </a:rPr>
              <a:t>HAUPTZIEL</a:t>
            </a:r>
          </a:p>
          <a:p>
            <a:pPr algn="ctr"/>
            <a:endParaRPr lang="de-DE" dirty="0">
              <a:ea typeface="Calibri"/>
              <a:cs typeface="Calibri"/>
            </a:endParaRPr>
          </a:p>
          <a:p>
            <a:pPr algn="ctr"/>
            <a:r>
              <a:rPr lang="de-DE" dirty="0">
                <a:latin typeface="Aptos Display"/>
                <a:ea typeface="Calibri"/>
                <a:cs typeface="Calibri"/>
              </a:rPr>
              <a:t>Kein externer eingriff notwendig (autonom)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5586A724-0289-D709-FA78-687CA6F1DB81}"/>
              </a:ext>
            </a:extLst>
          </p:cNvPr>
          <p:cNvSpPr/>
          <p:nvPr/>
        </p:nvSpPr>
        <p:spPr>
          <a:xfrm>
            <a:off x="0" y="-1"/>
            <a:ext cx="781792" cy="544285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1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752C4DE9-49E0-3C29-E652-3FBD8632C1D7}"/>
              </a:ext>
            </a:extLst>
          </p:cNvPr>
          <p:cNvSpPr/>
          <p:nvPr/>
        </p:nvSpPr>
        <p:spPr>
          <a:xfrm>
            <a:off x="781792" y="-1"/>
            <a:ext cx="781792" cy="33646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2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829F665E-9F69-DEDC-5C2B-44CE60571432}"/>
              </a:ext>
            </a:extLst>
          </p:cNvPr>
          <p:cNvSpPr/>
          <p:nvPr/>
        </p:nvSpPr>
        <p:spPr>
          <a:xfrm>
            <a:off x="1563584" y="-1"/>
            <a:ext cx="781792" cy="33646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3</a:t>
            </a: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B7D06C02-E1A7-BE6A-A8F6-67AB1D75C803}"/>
              </a:ext>
            </a:extLst>
          </p:cNvPr>
          <p:cNvSpPr/>
          <p:nvPr/>
        </p:nvSpPr>
        <p:spPr>
          <a:xfrm>
            <a:off x="2345376" y="-1"/>
            <a:ext cx="781792" cy="33646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4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5A19CA88-1D57-90E9-E929-3E0175D52734}"/>
              </a:ext>
            </a:extLst>
          </p:cNvPr>
          <p:cNvSpPr/>
          <p:nvPr/>
        </p:nvSpPr>
        <p:spPr>
          <a:xfrm>
            <a:off x="3127168" y="-2"/>
            <a:ext cx="781792" cy="33646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5</a:t>
            </a: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BDABBA0F-80FD-43A6-C7E4-83E15A11FFB5}"/>
              </a:ext>
            </a:extLst>
          </p:cNvPr>
          <p:cNvSpPr/>
          <p:nvPr/>
        </p:nvSpPr>
        <p:spPr>
          <a:xfrm>
            <a:off x="3908960" y="-2"/>
            <a:ext cx="781792" cy="33646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74151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F37E5D-7A10-CEC3-FF9C-5BAF55EBE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b="1" dirty="0">
                <a:latin typeface="Aptos Display"/>
              </a:rPr>
              <a:t>Designentscheidungen - Überblick</a:t>
            </a:r>
            <a:endParaRPr lang="de-DE" dirty="0"/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47D2F494-7BE2-1DD7-784D-D3AB47611A77}"/>
              </a:ext>
            </a:extLst>
          </p:cNvPr>
          <p:cNvSpPr/>
          <p:nvPr/>
        </p:nvSpPr>
        <p:spPr>
          <a:xfrm>
            <a:off x="682831" y="2066636"/>
            <a:ext cx="2740723" cy="1833747"/>
          </a:xfrm>
          <a:prstGeom prst="roundRect">
            <a:avLst/>
          </a:prstGeom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2400" b="1" u="sng" dirty="0">
                <a:solidFill>
                  <a:schemeClr val="bg1"/>
                </a:solidFill>
                <a:latin typeface="Aptos Display"/>
                <a:ea typeface="Calibri"/>
                <a:cs typeface="Calibri"/>
              </a:rPr>
              <a:t>PROG. SPRACHE</a:t>
            </a:r>
          </a:p>
          <a:p>
            <a:pPr algn="ctr"/>
            <a:endParaRPr lang="de-DE" dirty="0">
              <a:ea typeface="Calibri"/>
              <a:cs typeface="Calibri"/>
            </a:endParaRPr>
          </a:p>
          <a:p>
            <a:pPr marL="285750" indent="-285750" algn="ctr">
              <a:buFont typeface="Arial"/>
              <a:buChar char="•"/>
            </a:pPr>
            <a:r>
              <a:rPr lang="de-DE" dirty="0">
                <a:latin typeface="Aptos Display"/>
                <a:ea typeface="Calibri"/>
                <a:cs typeface="Calibri"/>
              </a:rPr>
              <a:t>Python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C0D583AC-DE23-5C28-9B94-CE3E90190B4C}"/>
              </a:ext>
            </a:extLst>
          </p:cNvPr>
          <p:cNvSpPr/>
          <p:nvPr/>
        </p:nvSpPr>
        <p:spPr>
          <a:xfrm>
            <a:off x="4724399" y="2060699"/>
            <a:ext cx="2740723" cy="1833747"/>
          </a:xfrm>
          <a:prstGeom prst="roundRect">
            <a:avLst/>
          </a:prstGeom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2400" b="1" u="sng" dirty="0">
                <a:solidFill>
                  <a:schemeClr val="bg1"/>
                </a:solidFill>
                <a:latin typeface="Aptos Display"/>
                <a:ea typeface="Calibri"/>
                <a:cs typeface="Calibri"/>
              </a:rPr>
              <a:t>FRAMEWORKS</a:t>
            </a:r>
          </a:p>
          <a:p>
            <a:pPr algn="ctr"/>
            <a:endParaRPr lang="de-DE" dirty="0">
              <a:ea typeface="Calibri"/>
              <a:cs typeface="Calibri"/>
            </a:endParaRPr>
          </a:p>
          <a:p>
            <a:pPr marL="285750" indent="-285750" algn="ctr">
              <a:buFont typeface="Arial"/>
              <a:buChar char="•"/>
            </a:pPr>
            <a:r>
              <a:rPr lang="de-DE" dirty="0">
                <a:latin typeface="Aptos Display"/>
                <a:ea typeface="Calibri"/>
                <a:cs typeface="Calibri"/>
              </a:rPr>
              <a:t>ROS2 – Robot Operating System 2</a:t>
            </a:r>
          </a:p>
          <a:p>
            <a:pPr marL="285750" indent="-285750" algn="ctr">
              <a:buFont typeface="Arial"/>
              <a:buChar char="•"/>
            </a:pPr>
            <a:r>
              <a:rPr lang="de-DE" dirty="0" err="1">
                <a:latin typeface="Aptos Display"/>
                <a:ea typeface="Calibri"/>
                <a:cs typeface="Calibri"/>
              </a:rPr>
              <a:t>OpenCV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10904F2D-423F-38B0-9D61-07ECD72E6BDB}"/>
              </a:ext>
            </a:extLst>
          </p:cNvPr>
          <p:cNvSpPr/>
          <p:nvPr/>
        </p:nvSpPr>
        <p:spPr>
          <a:xfrm>
            <a:off x="8762010" y="2070594"/>
            <a:ext cx="2740723" cy="1833747"/>
          </a:xfrm>
          <a:prstGeom prst="roundRect">
            <a:avLst/>
          </a:prstGeom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2400" b="1" u="sng" dirty="0">
                <a:solidFill>
                  <a:schemeClr val="bg1"/>
                </a:solidFill>
                <a:latin typeface="Aptos Display"/>
                <a:ea typeface="Calibri"/>
                <a:cs typeface="Calibri"/>
              </a:rPr>
              <a:t>HARDWARE</a:t>
            </a:r>
          </a:p>
          <a:p>
            <a:pPr algn="ctr"/>
            <a:endParaRPr lang="de-DE" dirty="0">
              <a:ea typeface="Calibri"/>
              <a:cs typeface="Calibri"/>
            </a:endParaRPr>
          </a:p>
          <a:p>
            <a:pPr marL="285750" indent="-285750" algn="ctr">
              <a:buFont typeface="Arial"/>
              <a:buChar char="•"/>
            </a:pPr>
            <a:r>
              <a:rPr lang="de-DE" dirty="0">
                <a:latin typeface="Aptos Display"/>
                <a:ea typeface="Calibri"/>
                <a:cs typeface="Calibri"/>
              </a:rPr>
              <a:t>Turtlebot3 (Burger)</a:t>
            </a:r>
          </a:p>
          <a:p>
            <a:pPr marL="285750" indent="-285750" algn="ctr">
              <a:buFont typeface="Arial"/>
              <a:buChar char="•"/>
            </a:pPr>
            <a:r>
              <a:rPr lang="de-DE" dirty="0" err="1">
                <a:latin typeface="Aptos Display"/>
                <a:ea typeface="Calibri"/>
                <a:cs typeface="Calibri"/>
              </a:rPr>
              <a:t>PiCam</a:t>
            </a: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1DB0017D-E3E6-207F-4C87-68C102C3E983}"/>
              </a:ext>
            </a:extLst>
          </p:cNvPr>
          <p:cNvSpPr/>
          <p:nvPr/>
        </p:nvSpPr>
        <p:spPr>
          <a:xfrm>
            <a:off x="4273465" y="4561277"/>
            <a:ext cx="3657101" cy="1833747"/>
          </a:xfrm>
          <a:prstGeom prst="roundRect">
            <a:avLst/>
          </a:prstGeom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2400" b="1" u="sng" dirty="0">
                <a:solidFill>
                  <a:schemeClr val="bg1"/>
                </a:solidFill>
                <a:latin typeface="Aptos Display"/>
                <a:ea typeface="Calibri"/>
                <a:cs typeface="Calibri"/>
              </a:rPr>
              <a:t>ARCHITEKTUR</a:t>
            </a:r>
          </a:p>
          <a:p>
            <a:pPr algn="ctr"/>
            <a:endParaRPr lang="de-DE" dirty="0">
              <a:ea typeface="Calibri"/>
              <a:cs typeface="Calibri"/>
            </a:endParaRPr>
          </a:p>
          <a:p>
            <a:pPr marL="285750" indent="-285750" algn="ctr">
              <a:buFont typeface="Arial"/>
              <a:buChar char="•"/>
            </a:pPr>
            <a:r>
              <a:rPr lang="de-DE" dirty="0">
                <a:latin typeface="Aptos Display"/>
                <a:ea typeface="Calibri"/>
                <a:cs typeface="Calibri"/>
              </a:rPr>
              <a:t>Hierarchischer Stil</a:t>
            </a:r>
          </a:p>
          <a:p>
            <a:pPr marL="285750" indent="-285750" algn="ctr">
              <a:buFont typeface="Arial"/>
              <a:buChar char="•"/>
            </a:pPr>
            <a:r>
              <a:rPr lang="de-DE">
                <a:latin typeface="Aptos Display"/>
                <a:ea typeface="Calibri"/>
                <a:cs typeface="Calibri"/>
              </a:rPr>
              <a:t>Master-Slave Prinzip</a:t>
            </a:r>
          </a:p>
          <a:p>
            <a:pPr marL="285750" indent="-285750" algn="ctr">
              <a:buFont typeface="Arial"/>
              <a:buChar char="•"/>
            </a:pPr>
            <a:r>
              <a:rPr lang="de-DE" dirty="0" err="1">
                <a:latin typeface="Aptos Display"/>
                <a:ea typeface="Calibri"/>
                <a:cs typeface="Calibri"/>
              </a:rPr>
              <a:t>ActionServer</a:t>
            </a:r>
            <a:r>
              <a:rPr lang="de-DE" dirty="0">
                <a:latin typeface="Aptos Display"/>
                <a:ea typeface="Calibri"/>
                <a:cs typeface="Calibri"/>
              </a:rPr>
              <a:t>-Client Mechanik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A117870C-AEF6-27CB-CDFE-EFE94A7B55F8}"/>
              </a:ext>
            </a:extLst>
          </p:cNvPr>
          <p:cNvSpPr/>
          <p:nvPr/>
        </p:nvSpPr>
        <p:spPr>
          <a:xfrm>
            <a:off x="0" y="-1"/>
            <a:ext cx="781792" cy="33646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1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3C8B306B-DF02-81DE-80BE-B18599EC3B76}"/>
              </a:ext>
            </a:extLst>
          </p:cNvPr>
          <p:cNvSpPr/>
          <p:nvPr/>
        </p:nvSpPr>
        <p:spPr>
          <a:xfrm>
            <a:off x="781792" y="-1"/>
            <a:ext cx="781792" cy="544285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2</a:t>
            </a: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D927432F-7F4C-7F54-440E-0103124D96F1}"/>
              </a:ext>
            </a:extLst>
          </p:cNvPr>
          <p:cNvSpPr/>
          <p:nvPr/>
        </p:nvSpPr>
        <p:spPr>
          <a:xfrm>
            <a:off x="1563584" y="-1"/>
            <a:ext cx="781792" cy="33646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3</a:t>
            </a: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1C5130FB-9079-0084-9C41-E03241B78215}"/>
              </a:ext>
            </a:extLst>
          </p:cNvPr>
          <p:cNvSpPr/>
          <p:nvPr/>
        </p:nvSpPr>
        <p:spPr>
          <a:xfrm>
            <a:off x="2345376" y="-1"/>
            <a:ext cx="781792" cy="33646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4</a:t>
            </a: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D80FFDDC-E7E1-DB72-45AB-BAAAD8DB2711}"/>
              </a:ext>
            </a:extLst>
          </p:cNvPr>
          <p:cNvSpPr/>
          <p:nvPr/>
        </p:nvSpPr>
        <p:spPr>
          <a:xfrm>
            <a:off x="3127168" y="-2"/>
            <a:ext cx="781792" cy="33646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5</a:t>
            </a:r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DD150034-7B47-70AC-116B-AA457C416006}"/>
              </a:ext>
            </a:extLst>
          </p:cNvPr>
          <p:cNvSpPr/>
          <p:nvPr/>
        </p:nvSpPr>
        <p:spPr>
          <a:xfrm>
            <a:off x="3908960" y="-2"/>
            <a:ext cx="781792" cy="33646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6</a:t>
            </a:r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1447C1A8-4438-A639-5925-315FC7951E64}"/>
              </a:ext>
            </a:extLst>
          </p:cNvPr>
          <p:cNvSpPr/>
          <p:nvPr/>
        </p:nvSpPr>
        <p:spPr>
          <a:xfrm>
            <a:off x="782427" y="543649"/>
            <a:ext cx="540563" cy="207499"/>
          </a:xfrm>
          <a:prstGeom prst="roundRect">
            <a:avLst/>
          </a:prstGeom>
          <a:solidFill>
            <a:srgbClr val="A8181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2.1</a:t>
            </a:r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254BA969-A6F2-0D43-752E-4DA156F9E419}"/>
              </a:ext>
            </a:extLst>
          </p:cNvPr>
          <p:cNvSpPr/>
          <p:nvPr/>
        </p:nvSpPr>
        <p:spPr>
          <a:xfrm>
            <a:off x="1326712" y="543649"/>
            <a:ext cx="233784" cy="207499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33378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5" grpId="0" animBg="1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C0A84B-189B-101D-1ED3-CF756FF8C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de-DE" b="1" dirty="0">
                <a:latin typeface="Aptos Display"/>
              </a:rPr>
              <a:t>DESIGNENTSCHEIDUNGEN - Architektur</a:t>
            </a:r>
            <a:endParaRPr lang="de-DE" dirty="0"/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798E1F1F-EDBB-61E8-3041-507E073ADB32}"/>
              </a:ext>
            </a:extLst>
          </p:cNvPr>
          <p:cNvSpPr/>
          <p:nvPr/>
        </p:nvSpPr>
        <p:spPr>
          <a:xfrm>
            <a:off x="4728688" y="2511136"/>
            <a:ext cx="2740723" cy="1833747"/>
          </a:xfrm>
          <a:prstGeom prst="roundRect">
            <a:avLst/>
          </a:prstGeom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2400" b="1" u="sng" dirty="0">
                <a:solidFill>
                  <a:schemeClr val="bg1"/>
                </a:solidFill>
                <a:latin typeface="Aptos Display"/>
                <a:ea typeface="Calibri"/>
                <a:cs typeface="Calibri"/>
              </a:rPr>
              <a:t>ARCHITEKTUR</a:t>
            </a:r>
          </a:p>
          <a:p>
            <a:pPr algn="ctr"/>
            <a:endParaRPr lang="de-DE" dirty="0">
              <a:ea typeface="Calibri"/>
              <a:cs typeface="Calibri"/>
            </a:endParaRPr>
          </a:p>
          <a:p>
            <a:pPr algn="ctr"/>
            <a:r>
              <a:rPr lang="de-DE" dirty="0">
                <a:ea typeface="Calibri"/>
                <a:cs typeface="Calibri"/>
              </a:rPr>
              <a:t>.</a:t>
            </a:r>
            <a:r>
              <a:rPr lang="de-DE" dirty="0" err="1">
                <a:ea typeface="Calibri"/>
                <a:cs typeface="Calibri"/>
              </a:rPr>
              <a:t>Drawio</a:t>
            </a:r>
            <a:r>
              <a:rPr lang="de-DE" dirty="0">
                <a:ea typeface="Calibri"/>
                <a:cs typeface="Calibri"/>
              </a:rPr>
              <a:t> </a:t>
            </a:r>
            <a:r>
              <a:rPr lang="de-DE" dirty="0" err="1">
                <a:ea typeface="Calibri"/>
                <a:cs typeface="Calibri"/>
              </a:rPr>
              <a:t>datei</a:t>
            </a:r>
            <a:r>
              <a:rPr lang="de-DE" dirty="0">
                <a:ea typeface="Calibri"/>
                <a:cs typeface="Calibri"/>
              </a:rPr>
              <a:t> der Architektur zeigen und erklären</a:t>
            </a: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F05CFAAF-8130-4BB7-FA1D-3E519221D58B}"/>
              </a:ext>
            </a:extLst>
          </p:cNvPr>
          <p:cNvSpPr/>
          <p:nvPr/>
        </p:nvSpPr>
        <p:spPr>
          <a:xfrm>
            <a:off x="1019934" y="543649"/>
            <a:ext cx="540563" cy="207499"/>
          </a:xfrm>
          <a:prstGeom prst="roundRect">
            <a:avLst/>
          </a:prstGeom>
          <a:solidFill>
            <a:srgbClr val="A8181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2.2</a:t>
            </a: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55C5B1D1-FD24-F65F-0036-C71381E9B4B9}"/>
              </a:ext>
            </a:extLst>
          </p:cNvPr>
          <p:cNvSpPr/>
          <p:nvPr/>
        </p:nvSpPr>
        <p:spPr>
          <a:xfrm>
            <a:off x="782426" y="543649"/>
            <a:ext cx="233784" cy="207499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de-DE" dirty="0"/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0D07A214-C41A-07AC-4808-EC10CBE60F81}"/>
              </a:ext>
            </a:extLst>
          </p:cNvPr>
          <p:cNvSpPr/>
          <p:nvPr/>
        </p:nvSpPr>
        <p:spPr>
          <a:xfrm>
            <a:off x="0" y="-1"/>
            <a:ext cx="781792" cy="33646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1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CD147125-2B18-D026-4BEB-012A22576692}"/>
              </a:ext>
            </a:extLst>
          </p:cNvPr>
          <p:cNvSpPr/>
          <p:nvPr/>
        </p:nvSpPr>
        <p:spPr>
          <a:xfrm>
            <a:off x="781792" y="-1"/>
            <a:ext cx="781792" cy="544285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2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C0DC739D-5151-1802-434E-AD875108E95B}"/>
              </a:ext>
            </a:extLst>
          </p:cNvPr>
          <p:cNvSpPr/>
          <p:nvPr/>
        </p:nvSpPr>
        <p:spPr>
          <a:xfrm>
            <a:off x="1563584" y="-1"/>
            <a:ext cx="781792" cy="33646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3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AAE211C3-9CF4-4E64-01CE-B2B1F3836C6E}"/>
              </a:ext>
            </a:extLst>
          </p:cNvPr>
          <p:cNvSpPr/>
          <p:nvPr/>
        </p:nvSpPr>
        <p:spPr>
          <a:xfrm>
            <a:off x="2345376" y="-1"/>
            <a:ext cx="781792" cy="33646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4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5C92A7A6-D7C6-437B-758A-0AEA278BBCC5}"/>
              </a:ext>
            </a:extLst>
          </p:cNvPr>
          <p:cNvSpPr/>
          <p:nvPr/>
        </p:nvSpPr>
        <p:spPr>
          <a:xfrm>
            <a:off x="3127168" y="-2"/>
            <a:ext cx="781792" cy="33646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5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21BDCBFA-6575-45C0-AB0F-D24763E54682}"/>
              </a:ext>
            </a:extLst>
          </p:cNvPr>
          <p:cNvSpPr/>
          <p:nvPr/>
        </p:nvSpPr>
        <p:spPr>
          <a:xfrm>
            <a:off x="3908960" y="-2"/>
            <a:ext cx="781792" cy="33646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90186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EB3BBE-2136-09A4-D44C-2CADD7912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b="1" dirty="0">
                <a:latin typeface="Aptos Display"/>
              </a:rPr>
              <a:t>Technische </a:t>
            </a:r>
            <a:r>
              <a:rPr lang="de-DE" b="1" dirty="0" err="1">
                <a:latin typeface="Aptos Display"/>
              </a:rPr>
              <a:t>lösungen</a:t>
            </a:r>
            <a:r>
              <a:rPr lang="de-DE" b="1" dirty="0">
                <a:latin typeface="Aptos Display"/>
              </a:rPr>
              <a:t> - überblick</a:t>
            </a: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93C5DFB8-ADA8-15CF-1AFE-D37B787425A6}"/>
              </a:ext>
            </a:extLst>
          </p:cNvPr>
          <p:cNvSpPr/>
          <p:nvPr/>
        </p:nvSpPr>
        <p:spPr>
          <a:xfrm>
            <a:off x="1564219" y="543649"/>
            <a:ext cx="510875" cy="207499"/>
          </a:xfrm>
          <a:prstGeom prst="roundRect">
            <a:avLst/>
          </a:prstGeom>
          <a:solidFill>
            <a:srgbClr val="A8181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3.1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54823390-3C22-0BC2-78B3-7B972F896DDC}"/>
              </a:ext>
            </a:extLst>
          </p:cNvPr>
          <p:cNvSpPr/>
          <p:nvPr/>
        </p:nvSpPr>
        <p:spPr>
          <a:xfrm>
            <a:off x="682831" y="2066636"/>
            <a:ext cx="2740723" cy="1833747"/>
          </a:xfrm>
          <a:prstGeom prst="roundRect">
            <a:avLst/>
          </a:prstGeom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2400" b="1" u="sng" dirty="0">
                <a:solidFill>
                  <a:schemeClr val="bg1"/>
                </a:solidFill>
                <a:latin typeface="Aptos Display"/>
                <a:ea typeface="Calibri"/>
                <a:cs typeface="Calibri"/>
              </a:rPr>
              <a:t>NODEÜBERBLICK</a:t>
            </a:r>
          </a:p>
          <a:p>
            <a:pPr algn="ctr"/>
            <a:endParaRPr lang="de-DE" dirty="0">
              <a:ea typeface="Calibri"/>
              <a:cs typeface="Calibri"/>
            </a:endParaRPr>
          </a:p>
          <a:p>
            <a:pPr marL="285750" indent="-285750" algn="ctr">
              <a:buFont typeface="Arial"/>
              <a:buChar char="•"/>
            </a:pPr>
            <a:r>
              <a:rPr lang="de-DE" dirty="0">
                <a:latin typeface="Aptos Display"/>
                <a:ea typeface="Calibri"/>
                <a:cs typeface="Calibri"/>
              </a:rPr>
              <a:t>Drive / </a:t>
            </a:r>
            <a:r>
              <a:rPr lang="de-DE" dirty="0" err="1">
                <a:latin typeface="Aptos Display"/>
                <a:ea typeface="Calibri"/>
                <a:cs typeface="Calibri"/>
              </a:rPr>
              <a:t>Align</a:t>
            </a:r>
            <a:r>
              <a:rPr lang="de-DE" dirty="0">
                <a:latin typeface="Aptos Display"/>
                <a:ea typeface="Calibri"/>
                <a:cs typeface="Calibri"/>
              </a:rPr>
              <a:t> / Follow</a:t>
            </a:r>
          </a:p>
          <a:p>
            <a:pPr marL="285750" indent="-285750" algn="ctr">
              <a:buFont typeface="Arial"/>
              <a:buChar char="•"/>
            </a:pPr>
            <a:r>
              <a:rPr lang="de-DE" err="1">
                <a:latin typeface="Aptos Display"/>
                <a:ea typeface="Calibri"/>
                <a:cs typeface="Calibri"/>
              </a:rPr>
              <a:t>Camera</a:t>
            </a:r>
            <a:endParaRPr lang="de-DE" dirty="0" err="1">
              <a:latin typeface="Aptos Display"/>
              <a:ea typeface="Calibri"/>
              <a:cs typeface="Calibri"/>
            </a:endParaRPr>
          </a:p>
          <a:p>
            <a:pPr marL="285750" indent="-285750" algn="ctr">
              <a:buFont typeface="Arial"/>
              <a:buChar char="•"/>
            </a:pPr>
            <a:r>
              <a:rPr lang="de-DE" dirty="0">
                <a:latin typeface="Aptos Display"/>
                <a:ea typeface="Calibri"/>
                <a:cs typeface="Calibri"/>
              </a:rPr>
              <a:t>Handler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B7417CA4-0318-D6F6-FF3A-5587F1CB135E}"/>
              </a:ext>
            </a:extLst>
          </p:cNvPr>
          <p:cNvSpPr/>
          <p:nvPr/>
        </p:nvSpPr>
        <p:spPr>
          <a:xfrm>
            <a:off x="4726874" y="2064822"/>
            <a:ext cx="2740723" cy="1833747"/>
          </a:xfrm>
          <a:prstGeom prst="roundRect">
            <a:avLst/>
          </a:prstGeom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2400" b="1" u="sng" dirty="0">
                <a:solidFill>
                  <a:schemeClr val="bg1"/>
                </a:solidFill>
                <a:latin typeface="Aptos Display"/>
                <a:ea typeface="Calibri"/>
                <a:cs typeface="Calibri"/>
              </a:rPr>
              <a:t>REGLERTYP</a:t>
            </a:r>
          </a:p>
          <a:p>
            <a:pPr algn="ctr"/>
            <a:endParaRPr lang="de-DE" dirty="0">
              <a:ea typeface="Calibri"/>
              <a:cs typeface="Calibri"/>
            </a:endParaRPr>
          </a:p>
          <a:p>
            <a:pPr marL="285750" indent="-285750" algn="ctr">
              <a:buFont typeface="Arial"/>
              <a:buChar char="•"/>
            </a:pPr>
            <a:r>
              <a:rPr lang="de-DE" dirty="0">
                <a:latin typeface="Aptos Display"/>
                <a:ea typeface="Calibri"/>
                <a:cs typeface="Calibri"/>
              </a:rPr>
              <a:t>P-Regler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5F9449D2-85AA-F5D6-D1FE-CFDB31A0F2A3}"/>
              </a:ext>
            </a:extLst>
          </p:cNvPr>
          <p:cNvSpPr/>
          <p:nvPr/>
        </p:nvSpPr>
        <p:spPr>
          <a:xfrm>
            <a:off x="8770917" y="2063008"/>
            <a:ext cx="2740723" cy="1833747"/>
          </a:xfrm>
          <a:prstGeom prst="roundRect">
            <a:avLst/>
          </a:prstGeom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2400" b="1" u="sng" dirty="0">
                <a:solidFill>
                  <a:schemeClr val="bg1"/>
                </a:solidFill>
                <a:latin typeface="Aptos Display"/>
                <a:ea typeface="Calibri"/>
                <a:cs typeface="Calibri"/>
              </a:rPr>
              <a:t>MARKER ERKENNUNG</a:t>
            </a:r>
          </a:p>
          <a:p>
            <a:pPr algn="ctr"/>
            <a:endParaRPr lang="de-DE" dirty="0">
              <a:ea typeface="Calibri"/>
              <a:cs typeface="Calibri"/>
            </a:endParaRPr>
          </a:p>
          <a:p>
            <a:pPr marL="285750" indent="-285750" algn="ctr">
              <a:buFont typeface="Arial"/>
              <a:buChar char="•"/>
            </a:pPr>
            <a:r>
              <a:rPr lang="de-DE" dirty="0" err="1">
                <a:latin typeface="Aptos Display"/>
                <a:ea typeface="Calibri"/>
                <a:cs typeface="Calibri"/>
              </a:rPr>
              <a:t>OpenCV</a:t>
            </a:r>
            <a:r>
              <a:rPr lang="de-DE" dirty="0">
                <a:latin typeface="Aptos Display"/>
                <a:ea typeface="Calibri"/>
                <a:cs typeface="Calibri"/>
              </a:rPr>
              <a:t> intern</a:t>
            </a:r>
          </a:p>
          <a:p>
            <a:pPr marL="285750" indent="-285750" algn="ctr">
              <a:buFont typeface="Arial"/>
              <a:buChar char="•"/>
            </a:pPr>
            <a:r>
              <a:rPr lang="de-DE" dirty="0">
                <a:latin typeface="Aptos Display"/>
                <a:ea typeface="Calibri"/>
                <a:cs typeface="Calibri"/>
              </a:rPr>
              <a:t>Winkel manuell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8F59EBF3-B12F-0073-AC8B-48DAF1AEE7A0}"/>
              </a:ext>
            </a:extLst>
          </p:cNvPr>
          <p:cNvSpPr/>
          <p:nvPr/>
        </p:nvSpPr>
        <p:spPr>
          <a:xfrm>
            <a:off x="0" y="-1"/>
            <a:ext cx="781792" cy="33646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1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E9121FE6-5BD1-DAF1-A9D7-4D4374F9922D}"/>
              </a:ext>
            </a:extLst>
          </p:cNvPr>
          <p:cNvSpPr/>
          <p:nvPr/>
        </p:nvSpPr>
        <p:spPr>
          <a:xfrm>
            <a:off x="781792" y="-1"/>
            <a:ext cx="781792" cy="33646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2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91FCB367-4705-BB91-271C-FEE69DDBA507}"/>
              </a:ext>
            </a:extLst>
          </p:cNvPr>
          <p:cNvSpPr/>
          <p:nvPr/>
        </p:nvSpPr>
        <p:spPr>
          <a:xfrm>
            <a:off x="1563584" y="-1"/>
            <a:ext cx="781792" cy="544285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3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32BAB9B0-049D-6CB5-B5BE-F98F3BB8FFA0}"/>
              </a:ext>
            </a:extLst>
          </p:cNvPr>
          <p:cNvSpPr/>
          <p:nvPr/>
        </p:nvSpPr>
        <p:spPr>
          <a:xfrm>
            <a:off x="2345376" y="-1"/>
            <a:ext cx="781792" cy="33646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4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4720DB30-1315-7305-A45B-4DA4C9CE1F11}"/>
              </a:ext>
            </a:extLst>
          </p:cNvPr>
          <p:cNvSpPr/>
          <p:nvPr/>
        </p:nvSpPr>
        <p:spPr>
          <a:xfrm>
            <a:off x="3127168" y="-2"/>
            <a:ext cx="781792" cy="33646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5</a:t>
            </a: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FCC8926A-6B6B-9E6A-FCCC-244B50F305B8}"/>
              </a:ext>
            </a:extLst>
          </p:cNvPr>
          <p:cNvSpPr/>
          <p:nvPr/>
        </p:nvSpPr>
        <p:spPr>
          <a:xfrm>
            <a:off x="3908960" y="-2"/>
            <a:ext cx="781792" cy="33646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6</a:t>
            </a:r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669D026B-16E8-B8BC-297B-BFBEE10B2AA6}"/>
              </a:ext>
            </a:extLst>
          </p:cNvPr>
          <p:cNvSpPr/>
          <p:nvPr/>
        </p:nvSpPr>
        <p:spPr>
          <a:xfrm>
            <a:off x="2256945" y="543649"/>
            <a:ext cx="85343" cy="207499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de-DE" dirty="0"/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D0C4F2D9-8FE0-CC4F-A6EC-5AD433C61B6B}"/>
              </a:ext>
            </a:extLst>
          </p:cNvPr>
          <p:cNvSpPr/>
          <p:nvPr/>
        </p:nvSpPr>
        <p:spPr>
          <a:xfrm>
            <a:off x="2167880" y="543649"/>
            <a:ext cx="85343" cy="207499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de-DE" dirty="0"/>
          </a:p>
        </p:txBody>
      </p:sp>
      <p:sp>
        <p:nvSpPr>
          <p:cNvPr id="25" name="Rechteck: abgerundete Ecken 24">
            <a:extLst>
              <a:ext uri="{FF2B5EF4-FFF2-40B4-BE49-F238E27FC236}">
                <a16:creationId xmlns:a16="http://schemas.microsoft.com/office/drawing/2014/main" id="{4E91AD00-ED25-0A48-0E2E-6D512E53684E}"/>
              </a:ext>
            </a:extLst>
          </p:cNvPr>
          <p:cNvSpPr/>
          <p:nvPr/>
        </p:nvSpPr>
        <p:spPr>
          <a:xfrm>
            <a:off x="2078814" y="543648"/>
            <a:ext cx="85343" cy="207499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71563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D9FB7-6742-EDE9-2B65-C8737689E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D0A440-8229-9161-F130-170715CEA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b="1" dirty="0">
                <a:latin typeface="Aptos Display"/>
              </a:rPr>
              <a:t>Technische </a:t>
            </a:r>
            <a:r>
              <a:rPr lang="de-DE" b="1" dirty="0" err="1">
                <a:latin typeface="Aptos Display"/>
              </a:rPr>
              <a:t>lösungen</a:t>
            </a:r>
            <a:r>
              <a:rPr lang="de-DE" b="1" dirty="0">
                <a:latin typeface="Aptos Display"/>
              </a:rPr>
              <a:t> - </a:t>
            </a:r>
            <a:r>
              <a:rPr lang="de-DE" b="1" dirty="0" err="1">
                <a:latin typeface="Aptos Display"/>
              </a:rPr>
              <a:t>nodes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F2BB90B5-C846-2B46-98DF-814FF2422A34}"/>
              </a:ext>
            </a:extLst>
          </p:cNvPr>
          <p:cNvSpPr/>
          <p:nvPr/>
        </p:nvSpPr>
        <p:spPr>
          <a:xfrm>
            <a:off x="682831" y="2066636"/>
            <a:ext cx="3021937" cy="1833747"/>
          </a:xfrm>
          <a:prstGeom prst="roundRect">
            <a:avLst/>
          </a:prstGeom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2400" b="1" u="sng" dirty="0">
                <a:solidFill>
                  <a:schemeClr val="bg1"/>
                </a:solidFill>
                <a:latin typeface="Aptos Display"/>
                <a:ea typeface="Calibri"/>
                <a:cs typeface="Calibri"/>
              </a:rPr>
              <a:t>DRIVE / ALIGN / FOLLOW</a:t>
            </a:r>
          </a:p>
          <a:p>
            <a:pPr algn="ctr"/>
            <a:endParaRPr lang="de-DE" dirty="0">
              <a:ea typeface="Calibri"/>
              <a:cs typeface="Calibri"/>
            </a:endParaRPr>
          </a:p>
          <a:p>
            <a:pPr marL="285750" indent="-285750" algn="ctr">
              <a:buFont typeface="Arial"/>
              <a:buChar char="•"/>
            </a:pPr>
            <a:r>
              <a:rPr lang="de-DE" dirty="0" err="1">
                <a:latin typeface="Aptos Display"/>
                <a:ea typeface="Calibri"/>
                <a:cs typeface="Calibri"/>
              </a:rPr>
              <a:t>ActionServer</a:t>
            </a:r>
            <a:r>
              <a:rPr lang="de-DE" dirty="0">
                <a:latin typeface="Aptos Display"/>
                <a:ea typeface="Calibri"/>
                <a:cs typeface="Calibri"/>
              </a:rPr>
              <a:t> der Fahrmodi (Slaves)</a:t>
            </a:r>
          </a:p>
          <a:p>
            <a:pPr marL="285750" indent="-285750" algn="ctr">
              <a:buFont typeface="Arial"/>
              <a:buChar char="•"/>
            </a:pPr>
            <a:r>
              <a:rPr lang="de-DE" dirty="0">
                <a:latin typeface="Aptos Display"/>
                <a:ea typeface="Calibri"/>
                <a:cs typeface="Calibri"/>
              </a:rPr>
              <a:t>Logik in eigenen </a:t>
            </a:r>
            <a:r>
              <a:rPr lang="de-DE" dirty="0" err="1">
                <a:latin typeface="Aptos Display"/>
                <a:ea typeface="Calibri"/>
                <a:cs typeface="Calibri"/>
              </a:rPr>
              <a:t>dateien</a:t>
            </a:r>
            <a:endParaRPr lang="de-DE" dirty="0">
              <a:latin typeface="Aptos Display"/>
              <a:ea typeface="Calibri"/>
              <a:cs typeface="Calibri"/>
            </a:endParaRP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75C924F8-07DC-6D68-A935-08698B8432AD}"/>
              </a:ext>
            </a:extLst>
          </p:cNvPr>
          <p:cNvSpPr/>
          <p:nvPr/>
        </p:nvSpPr>
        <p:spPr>
          <a:xfrm>
            <a:off x="4581731" y="2064822"/>
            <a:ext cx="3021937" cy="1833747"/>
          </a:xfrm>
          <a:prstGeom prst="roundRect">
            <a:avLst/>
          </a:prstGeom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2400" b="1" u="sng" dirty="0">
                <a:solidFill>
                  <a:schemeClr val="bg1"/>
                </a:solidFill>
                <a:latin typeface="Aptos Display"/>
                <a:ea typeface="Calibri"/>
                <a:cs typeface="Calibri"/>
              </a:rPr>
              <a:t>CAMERA</a:t>
            </a:r>
          </a:p>
          <a:p>
            <a:pPr algn="ctr"/>
            <a:endParaRPr lang="de-DE" dirty="0">
              <a:ea typeface="Calibri"/>
              <a:cs typeface="Calibri"/>
            </a:endParaRPr>
          </a:p>
          <a:p>
            <a:pPr marL="285750" indent="-285750" algn="ctr">
              <a:buFont typeface="Arial"/>
              <a:buChar char="•"/>
            </a:pPr>
            <a:r>
              <a:rPr lang="de-DE" dirty="0">
                <a:latin typeface="Aptos Display"/>
                <a:ea typeface="Calibri"/>
                <a:cs typeface="Calibri"/>
              </a:rPr>
              <a:t>Verwendet </a:t>
            </a:r>
            <a:r>
              <a:rPr lang="de-DE" dirty="0" err="1">
                <a:latin typeface="Aptos Display"/>
                <a:ea typeface="Calibri"/>
                <a:cs typeface="Calibri"/>
              </a:rPr>
              <a:t>timer</a:t>
            </a:r>
            <a:r>
              <a:rPr lang="de-DE" dirty="0">
                <a:latin typeface="Aptos Display"/>
                <a:ea typeface="Calibri"/>
                <a:cs typeface="Calibri"/>
              </a:rPr>
              <a:t> zum triggern</a:t>
            </a:r>
          </a:p>
          <a:p>
            <a:pPr marL="285750" indent="-285750" algn="ctr">
              <a:buFont typeface="Arial"/>
              <a:buChar char="•"/>
            </a:pPr>
            <a:r>
              <a:rPr lang="de-DE" dirty="0">
                <a:latin typeface="Aptos Display"/>
                <a:ea typeface="Calibri"/>
                <a:cs typeface="Calibri"/>
              </a:rPr>
              <a:t>Erstellt Bild und wertet aus 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3AC6063F-9445-7DDA-8CC0-BEDF3EED7B68}"/>
              </a:ext>
            </a:extLst>
          </p:cNvPr>
          <p:cNvSpPr/>
          <p:nvPr/>
        </p:nvSpPr>
        <p:spPr>
          <a:xfrm>
            <a:off x="8489702" y="2063008"/>
            <a:ext cx="3021937" cy="1833747"/>
          </a:xfrm>
          <a:prstGeom prst="roundRect">
            <a:avLst/>
          </a:prstGeom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2400" b="1" u="sng" dirty="0">
                <a:solidFill>
                  <a:schemeClr val="bg1"/>
                </a:solidFill>
                <a:latin typeface="Aptos Display"/>
                <a:ea typeface="Calibri"/>
                <a:cs typeface="Calibri"/>
              </a:rPr>
              <a:t>HANDLER</a:t>
            </a:r>
          </a:p>
          <a:p>
            <a:pPr algn="ctr"/>
            <a:endParaRPr lang="de-DE" dirty="0">
              <a:ea typeface="Calibri"/>
              <a:cs typeface="Calibri"/>
            </a:endParaRPr>
          </a:p>
          <a:p>
            <a:pPr marL="285750" indent="-285750" algn="ctr">
              <a:buFont typeface="Arial"/>
              <a:buChar char="•"/>
            </a:pPr>
            <a:r>
              <a:rPr lang="de-DE" dirty="0">
                <a:latin typeface="Aptos Display"/>
                <a:ea typeface="Calibri"/>
                <a:cs typeface="Calibri"/>
              </a:rPr>
              <a:t>Master der </a:t>
            </a:r>
            <a:r>
              <a:rPr lang="de-DE" dirty="0" err="1">
                <a:latin typeface="Aptos Display"/>
                <a:ea typeface="Calibri"/>
                <a:cs typeface="Calibri"/>
              </a:rPr>
              <a:t>ActionServer</a:t>
            </a:r>
          </a:p>
          <a:p>
            <a:pPr marL="285750" indent="-285750" algn="ctr">
              <a:buFont typeface="Arial"/>
              <a:buChar char="•"/>
            </a:pPr>
            <a:r>
              <a:rPr lang="de-DE" dirty="0">
                <a:latin typeface="Aptos Display"/>
                <a:ea typeface="Calibri"/>
                <a:cs typeface="Calibri"/>
              </a:rPr>
              <a:t>Zentrale </a:t>
            </a:r>
            <a:r>
              <a:rPr lang="de-DE" dirty="0" err="1">
                <a:latin typeface="Aptos Display"/>
                <a:ea typeface="Calibri"/>
                <a:cs typeface="Calibri"/>
              </a:rPr>
              <a:t>steuerung</a:t>
            </a:r>
            <a:r>
              <a:rPr lang="de-DE" dirty="0">
                <a:latin typeface="Aptos Display"/>
                <a:ea typeface="Calibri"/>
                <a:cs typeface="Calibri"/>
              </a:rPr>
              <a:t> der Fahrmodi</a:t>
            </a:r>
          </a:p>
        </p:txBody>
      </p:sp>
      <p:pic>
        <p:nvPicPr>
          <p:cNvPr id="7" name="Grafik 6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DD36D5BA-4AA2-8C2F-0277-37C186FBF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630" y="3981513"/>
            <a:ext cx="6872844" cy="2645599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BB929852-B0DC-695E-FF28-1D308BA5F563}"/>
              </a:ext>
            </a:extLst>
          </p:cNvPr>
          <p:cNvSpPr txBox="1"/>
          <p:nvPr/>
        </p:nvSpPr>
        <p:spPr>
          <a:xfrm>
            <a:off x="6917375" y="3978233"/>
            <a:ext cx="261257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de-DE" i="1" dirty="0">
                <a:latin typeface="Aptos Display"/>
              </a:rPr>
              <a:t>Abbildung 1: </a:t>
            </a:r>
            <a:r>
              <a:rPr lang="de-DE" i="1" err="1">
                <a:latin typeface="Aptos Display"/>
              </a:rPr>
              <a:t>CameraNode</a:t>
            </a:r>
            <a:r>
              <a:rPr lang="de-DE" i="1" dirty="0">
                <a:latin typeface="Aptos Display"/>
              </a:rPr>
              <a:t> Knoten</a:t>
            </a:r>
            <a:endParaRPr lang="de-DE"/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814C891F-EE93-4525-E1D1-565C913C873B}"/>
              </a:ext>
            </a:extLst>
          </p:cNvPr>
          <p:cNvSpPr/>
          <p:nvPr/>
        </p:nvSpPr>
        <p:spPr>
          <a:xfrm>
            <a:off x="0" y="-1"/>
            <a:ext cx="781792" cy="33646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1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60F31EBF-EEB4-1413-7B86-00A6302B7DD9}"/>
              </a:ext>
            </a:extLst>
          </p:cNvPr>
          <p:cNvSpPr/>
          <p:nvPr/>
        </p:nvSpPr>
        <p:spPr>
          <a:xfrm>
            <a:off x="781792" y="-1"/>
            <a:ext cx="781792" cy="33646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2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98C02FB5-297C-C9EF-2166-C126D4F42007}"/>
              </a:ext>
            </a:extLst>
          </p:cNvPr>
          <p:cNvSpPr/>
          <p:nvPr/>
        </p:nvSpPr>
        <p:spPr>
          <a:xfrm>
            <a:off x="1563584" y="-1"/>
            <a:ext cx="781792" cy="544285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3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465DD8D0-DC66-6B3E-813C-2374C9A39B19}"/>
              </a:ext>
            </a:extLst>
          </p:cNvPr>
          <p:cNvSpPr/>
          <p:nvPr/>
        </p:nvSpPr>
        <p:spPr>
          <a:xfrm>
            <a:off x="2345376" y="-1"/>
            <a:ext cx="781792" cy="33646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4</a:t>
            </a: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6205706A-4B7B-0C37-10F2-44A6113BF391}"/>
              </a:ext>
            </a:extLst>
          </p:cNvPr>
          <p:cNvSpPr/>
          <p:nvPr/>
        </p:nvSpPr>
        <p:spPr>
          <a:xfrm>
            <a:off x="3127168" y="-2"/>
            <a:ext cx="781792" cy="33646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5</a:t>
            </a: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DF4919A4-47C4-B87E-5929-0B70DEAD847D}"/>
              </a:ext>
            </a:extLst>
          </p:cNvPr>
          <p:cNvSpPr/>
          <p:nvPr/>
        </p:nvSpPr>
        <p:spPr>
          <a:xfrm>
            <a:off x="3908960" y="-2"/>
            <a:ext cx="781792" cy="33646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6</a:t>
            </a:r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567D8E15-73EB-2B86-9A9C-31C96F637369}"/>
              </a:ext>
            </a:extLst>
          </p:cNvPr>
          <p:cNvSpPr/>
          <p:nvPr/>
        </p:nvSpPr>
        <p:spPr>
          <a:xfrm>
            <a:off x="1653284" y="543649"/>
            <a:ext cx="510875" cy="207499"/>
          </a:xfrm>
          <a:prstGeom prst="roundRect">
            <a:avLst/>
          </a:prstGeom>
          <a:solidFill>
            <a:srgbClr val="A8181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3.2</a:t>
            </a:r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CD77A112-7875-2C4A-CC8E-98C7F3298E3B}"/>
              </a:ext>
            </a:extLst>
          </p:cNvPr>
          <p:cNvSpPr/>
          <p:nvPr/>
        </p:nvSpPr>
        <p:spPr>
          <a:xfrm>
            <a:off x="2256945" y="543649"/>
            <a:ext cx="85343" cy="207499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de-DE" dirty="0"/>
          </a:p>
        </p:txBody>
      </p:sp>
      <p:sp>
        <p:nvSpPr>
          <p:cNvPr id="25" name="Rechteck: abgerundete Ecken 24">
            <a:extLst>
              <a:ext uri="{FF2B5EF4-FFF2-40B4-BE49-F238E27FC236}">
                <a16:creationId xmlns:a16="http://schemas.microsoft.com/office/drawing/2014/main" id="{1332CC20-2EDE-258E-9552-46A28A64FED7}"/>
              </a:ext>
            </a:extLst>
          </p:cNvPr>
          <p:cNvSpPr/>
          <p:nvPr/>
        </p:nvSpPr>
        <p:spPr>
          <a:xfrm>
            <a:off x="2167880" y="543649"/>
            <a:ext cx="85343" cy="207499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de-DE" dirty="0"/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6CD5687B-2E98-CA57-B7BB-A4D5EC9685DB}"/>
              </a:ext>
            </a:extLst>
          </p:cNvPr>
          <p:cNvSpPr/>
          <p:nvPr/>
        </p:nvSpPr>
        <p:spPr>
          <a:xfrm>
            <a:off x="1564217" y="543648"/>
            <a:ext cx="85343" cy="207499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71559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  <p:bldP spid="6" grpId="0" animBg="1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703F1-EDB9-6916-FDC6-A2E00D993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756D6F-989A-076B-B67A-7330C859E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b="1" dirty="0">
                <a:latin typeface="Aptos Display"/>
              </a:rPr>
              <a:t>Technische </a:t>
            </a:r>
            <a:r>
              <a:rPr lang="de-DE" b="1" dirty="0" err="1">
                <a:latin typeface="Aptos Display"/>
              </a:rPr>
              <a:t>lösungen</a:t>
            </a:r>
            <a:r>
              <a:rPr lang="de-DE" b="1" dirty="0">
                <a:latin typeface="Aptos Display"/>
              </a:rPr>
              <a:t> - Regler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B7751654-26CC-1661-2534-22D8B55157A9}"/>
              </a:ext>
            </a:extLst>
          </p:cNvPr>
          <p:cNvSpPr/>
          <p:nvPr/>
        </p:nvSpPr>
        <p:spPr>
          <a:xfrm>
            <a:off x="682831" y="2066636"/>
            <a:ext cx="3021937" cy="1833747"/>
          </a:xfrm>
          <a:prstGeom prst="roundRect">
            <a:avLst/>
          </a:prstGeom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2400" b="1" u="sng" dirty="0">
                <a:solidFill>
                  <a:schemeClr val="bg1"/>
                </a:solidFill>
                <a:latin typeface="Aptos Display"/>
                <a:ea typeface="Calibri"/>
                <a:cs typeface="Calibri"/>
              </a:rPr>
              <a:t>WARUM P-REGLER?</a:t>
            </a:r>
          </a:p>
          <a:p>
            <a:pPr algn="ctr"/>
            <a:endParaRPr lang="de-DE" dirty="0">
              <a:ea typeface="Calibri"/>
              <a:cs typeface="Calibri"/>
            </a:endParaRPr>
          </a:p>
          <a:p>
            <a:pPr marL="285750" indent="-285750" algn="ctr">
              <a:buFont typeface="Arial"/>
              <a:buChar char="•"/>
            </a:pPr>
            <a:r>
              <a:rPr lang="de-DE" dirty="0">
                <a:latin typeface="Aptos Display"/>
                <a:ea typeface="Calibri"/>
                <a:cs typeface="Calibri"/>
              </a:rPr>
              <a:t>Einfache Parametrisierung</a:t>
            </a:r>
          </a:p>
          <a:p>
            <a:pPr marL="285750" indent="-285750" algn="ctr">
              <a:buFont typeface="Arial"/>
              <a:buChar char="•"/>
            </a:pPr>
            <a:r>
              <a:rPr lang="de-DE" dirty="0">
                <a:latin typeface="Aptos Display"/>
                <a:ea typeface="Calibri"/>
                <a:cs typeface="Calibri"/>
              </a:rPr>
              <a:t>Einfache Implementierung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3EDE1276-F89A-5204-4F92-1C59C3E94E3F}"/>
              </a:ext>
            </a:extLst>
          </p:cNvPr>
          <p:cNvSpPr/>
          <p:nvPr/>
        </p:nvSpPr>
        <p:spPr>
          <a:xfrm>
            <a:off x="4581731" y="2064822"/>
            <a:ext cx="3021937" cy="1833747"/>
          </a:xfrm>
          <a:prstGeom prst="roundRect">
            <a:avLst/>
          </a:prstGeom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2400" b="1" u="sng" dirty="0">
                <a:solidFill>
                  <a:schemeClr val="bg1"/>
                </a:solidFill>
                <a:latin typeface="Aptos Display"/>
                <a:ea typeface="Calibri"/>
                <a:cs typeface="Calibri"/>
              </a:rPr>
              <a:t>Kp-FAKTOR</a:t>
            </a:r>
          </a:p>
          <a:p>
            <a:pPr algn="ctr"/>
            <a:endParaRPr lang="de-DE" dirty="0">
              <a:ea typeface="Calibri"/>
              <a:cs typeface="Calibri"/>
            </a:endParaRPr>
          </a:p>
          <a:p>
            <a:pPr marL="285750" indent="-285750" algn="ctr">
              <a:buFont typeface="Arial"/>
              <a:buChar char="•"/>
            </a:pPr>
            <a:r>
              <a:rPr lang="de-DE" dirty="0">
                <a:latin typeface="Aptos Display"/>
                <a:ea typeface="Calibri"/>
                <a:cs typeface="Calibri"/>
              </a:rPr>
              <a:t>Experimentelle </a:t>
            </a:r>
            <a:r>
              <a:rPr lang="de-DE" dirty="0" err="1">
                <a:latin typeface="Aptos Display"/>
                <a:ea typeface="Calibri"/>
                <a:cs typeface="Calibri"/>
              </a:rPr>
              <a:t>bestimmung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9078600B-56D6-E618-0705-9F2590868A5C}"/>
              </a:ext>
            </a:extLst>
          </p:cNvPr>
          <p:cNvSpPr/>
          <p:nvPr/>
        </p:nvSpPr>
        <p:spPr>
          <a:xfrm>
            <a:off x="8489702" y="2063008"/>
            <a:ext cx="3021937" cy="1833747"/>
          </a:xfrm>
          <a:prstGeom prst="roundRect">
            <a:avLst/>
          </a:prstGeom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2400" b="1" u="sng" dirty="0">
                <a:solidFill>
                  <a:schemeClr val="bg1"/>
                </a:solidFill>
                <a:latin typeface="Aptos Display"/>
                <a:ea typeface="Calibri"/>
                <a:cs typeface="Calibri"/>
              </a:rPr>
              <a:t>VERWENDUNG</a:t>
            </a:r>
          </a:p>
          <a:p>
            <a:pPr algn="ctr"/>
            <a:endParaRPr lang="de-DE" dirty="0">
              <a:ea typeface="Calibri"/>
              <a:cs typeface="Calibri"/>
            </a:endParaRPr>
          </a:p>
          <a:p>
            <a:pPr marL="285750" indent="-285750" algn="ctr">
              <a:buFont typeface="Arial"/>
              <a:buChar char="•"/>
            </a:pPr>
            <a:r>
              <a:rPr lang="de-DE" dirty="0">
                <a:ea typeface="Calibri"/>
                <a:cs typeface="Calibri"/>
              </a:rPr>
              <a:t>In Jeder Serverlogik die '/</a:t>
            </a:r>
            <a:r>
              <a:rPr lang="de-DE" dirty="0" err="1">
                <a:ea typeface="Calibri"/>
                <a:cs typeface="Calibri"/>
              </a:rPr>
              <a:t>cmd_vel</a:t>
            </a:r>
            <a:r>
              <a:rPr lang="de-DE" dirty="0">
                <a:ea typeface="Calibri"/>
                <a:cs typeface="Calibri"/>
              </a:rPr>
              <a:t>' verwendet</a:t>
            </a:r>
          </a:p>
        </p:txBody>
      </p:sp>
      <p:pic>
        <p:nvPicPr>
          <p:cNvPr id="3" name="Grafik 2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034CD14F-DA10-510A-F1DC-D4A42E31F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4026" y="4121418"/>
            <a:ext cx="5183951" cy="2632983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675CE9AB-4933-B04E-C243-8CF3B0E7087F}"/>
              </a:ext>
            </a:extLst>
          </p:cNvPr>
          <p:cNvSpPr txBox="1"/>
          <p:nvPr/>
        </p:nvSpPr>
        <p:spPr>
          <a:xfrm>
            <a:off x="6472050" y="6392882"/>
            <a:ext cx="221672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de-DE" i="1" dirty="0">
                <a:latin typeface="Aptos Display"/>
              </a:rPr>
              <a:t>Abbildung 2:  P-Regler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ECFFD09C-448B-9F2A-7B29-7C744FBA36D8}"/>
              </a:ext>
            </a:extLst>
          </p:cNvPr>
          <p:cNvSpPr/>
          <p:nvPr/>
        </p:nvSpPr>
        <p:spPr>
          <a:xfrm>
            <a:off x="0" y="-1"/>
            <a:ext cx="781792" cy="33646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1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32C29000-CE9D-4643-603A-91C546ACBB3E}"/>
              </a:ext>
            </a:extLst>
          </p:cNvPr>
          <p:cNvSpPr/>
          <p:nvPr/>
        </p:nvSpPr>
        <p:spPr>
          <a:xfrm>
            <a:off x="781792" y="-1"/>
            <a:ext cx="781792" cy="33646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2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4E4C74E1-443E-F389-E142-E84B47D9806B}"/>
              </a:ext>
            </a:extLst>
          </p:cNvPr>
          <p:cNvSpPr/>
          <p:nvPr/>
        </p:nvSpPr>
        <p:spPr>
          <a:xfrm>
            <a:off x="1563584" y="-1"/>
            <a:ext cx="781792" cy="544285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3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EB13F39B-E4F0-5117-6339-0388FA7D415C}"/>
              </a:ext>
            </a:extLst>
          </p:cNvPr>
          <p:cNvSpPr/>
          <p:nvPr/>
        </p:nvSpPr>
        <p:spPr>
          <a:xfrm>
            <a:off x="2345376" y="-1"/>
            <a:ext cx="781792" cy="33646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4</a:t>
            </a: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4C0DA8A3-FBC2-9CAD-72A5-65E614FB567C}"/>
              </a:ext>
            </a:extLst>
          </p:cNvPr>
          <p:cNvSpPr/>
          <p:nvPr/>
        </p:nvSpPr>
        <p:spPr>
          <a:xfrm>
            <a:off x="3127168" y="-2"/>
            <a:ext cx="781792" cy="33646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5</a:t>
            </a: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337DDB09-3591-FBFA-DDA8-CC60CDEEC35F}"/>
              </a:ext>
            </a:extLst>
          </p:cNvPr>
          <p:cNvSpPr/>
          <p:nvPr/>
        </p:nvSpPr>
        <p:spPr>
          <a:xfrm>
            <a:off x="3908960" y="-2"/>
            <a:ext cx="781792" cy="33646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6</a:t>
            </a:r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FBACFF23-341C-46FF-F7EB-4402090B669C}"/>
              </a:ext>
            </a:extLst>
          </p:cNvPr>
          <p:cNvSpPr/>
          <p:nvPr/>
        </p:nvSpPr>
        <p:spPr>
          <a:xfrm>
            <a:off x="1742349" y="543649"/>
            <a:ext cx="510875" cy="207499"/>
          </a:xfrm>
          <a:prstGeom prst="roundRect">
            <a:avLst/>
          </a:prstGeom>
          <a:solidFill>
            <a:srgbClr val="A8181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3.3</a:t>
            </a:r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D2A113DD-E279-895D-485F-C88FEFFA2D61}"/>
              </a:ext>
            </a:extLst>
          </p:cNvPr>
          <p:cNvSpPr/>
          <p:nvPr/>
        </p:nvSpPr>
        <p:spPr>
          <a:xfrm>
            <a:off x="2256945" y="543649"/>
            <a:ext cx="85343" cy="207499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de-DE" dirty="0"/>
          </a:p>
        </p:txBody>
      </p:sp>
      <p:sp>
        <p:nvSpPr>
          <p:cNvPr id="25" name="Rechteck: abgerundete Ecken 24">
            <a:extLst>
              <a:ext uri="{FF2B5EF4-FFF2-40B4-BE49-F238E27FC236}">
                <a16:creationId xmlns:a16="http://schemas.microsoft.com/office/drawing/2014/main" id="{6A35EE4F-E490-E185-8815-E4CE53BD07E5}"/>
              </a:ext>
            </a:extLst>
          </p:cNvPr>
          <p:cNvSpPr/>
          <p:nvPr/>
        </p:nvSpPr>
        <p:spPr>
          <a:xfrm>
            <a:off x="1564218" y="543649"/>
            <a:ext cx="85343" cy="207499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de-DE" dirty="0"/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7448C087-7DE2-A052-78E6-5F4A472C81DD}"/>
              </a:ext>
            </a:extLst>
          </p:cNvPr>
          <p:cNvSpPr/>
          <p:nvPr/>
        </p:nvSpPr>
        <p:spPr>
          <a:xfrm>
            <a:off x="1653282" y="543648"/>
            <a:ext cx="85343" cy="207499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99241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  <p:bldP spid="6" grpId="0" animBg="1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6CC8D-021B-78D2-E494-2AA7510F5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C27FB0-0090-293D-0071-29A18CE23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b="1" dirty="0">
                <a:latin typeface="Aptos Display"/>
              </a:rPr>
              <a:t>Technische </a:t>
            </a:r>
            <a:r>
              <a:rPr lang="de-DE" b="1" dirty="0" err="1">
                <a:latin typeface="Aptos Display"/>
              </a:rPr>
              <a:t>lösungen</a:t>
            </a:r>
            <a:r>
              <a:rPr lang="de-DE" b="1" dirty="0">
                <a:latin typeface="Aptos Display"/>
              </a:rPr>
              <a:t> - </a:t>
            </a:r>
            <a:r>
              <a:rPr lang="de-DE" b="1" dirty="0" err="1">
                <a:latin typeface="Aptos Display"/>
              </a:rPr>
              <a:t>MArker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512A53F1-70A9-9359-673E-803A3F83F7ED}"/>
              </a:ext>
            </a:extLst>
          </p:cNvPr>
          <p:cNvSpPr/>
          <p:nvPr/>
        </p:nvSpPr>
        <p:spPr>
          <a:xfrm>
            <a:off x="682831" y="2066636"/>
            <a:ext cx="3021937" cy="1833747"/>
          </a:xfrm>
          <a:prstGeom prst="roundRect">
            <a:avLst/>
          </a:prstGeom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2400" b="1" u="sng" dirty="0">
                <a:solidFill>
                  <a:schemeClr val="bg1"/>
                </a:solidFill>
                <a:latin typeface="Aptos Display"/>
                <a:ea typeface="Calibri"/>
                <a:cs typeface="Calibri"/>
              </a:rPr>
              <a:t>VERWENDETE MARKER</a:t>
            </a:r>
          </a:p>
          <a:p>
            <a:pPr algn="ctr"/>
            <a:endParaRPr lang="de-DE" dirty="0">
              <a:ea typeface="Calibri"/>
              <a:cs typeface="Calibri"/>
            </a:endParaRPr>
          </a:p>
          <a:p>
            <a:pPr marL="285750" indent="-285750" algn="ctr">
              <a:buFont typeface="Arial"/>
              <a:buChar char="•"/>
            </a:pPr>
            <a:r>
              <a:rPr lang="de-DE" dirty="0">
                <a:latin typeface="Aptos Display"/>
                <a:ea typeface="Calibri"/>
                <a:cs typeface="Calibri"/>
              </a:rPr>
              <a:t>ID 0 – Rohrorientierung</a:t>
            </a:r>
          </a:p>
          <a:p>
            <a:pPr marL="285750" indent="-285750" algn="ctr">
              <a:buFont typeface="Arial"/>
              <a:buChar char="•"/>
            </a:pPr>
            <a:r>
              <a:rPr lang="de-DE" dirty="0">
                <a:latin typeface="Aptos Display"/>
                <a:ea typeface="Calibri"/>
                <a:cs typeface="Calibri"/>
              </a:rPr>
              <a:t>ID 69 - Robotererkennung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6253F1D1-5CAC-59CB-D9A8-E4A8A7F5AF19}"/>
              </a:ext>
            </a:extLst>
          </p:cNvPr>
          <p:cNvSpPr/>
          <p:nvPr/>
        </p:nvSpPr>
        <p:spPr>
          <a:xfrm>
            <a:off x="4581731" y="2064822"/>
            <a:ext cx="3021937" cy="1833747"/>
          </a:xfrm>
          <a:prstGeom prst="roundRect">
            <a:avLst/>
          </a:prstGeom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2400" b="1" u="sng">
                <a:solidFill>
                  <a:schemeClr val="bg1"/>
                </a:solidFill>
                <a:latin typeface="Aptos Display"/>
                <a:ea typeface="Calibri"/>
                <a:cs typeface="Calibri"/>
              </a:rPr>
              <a:t>MARKERUNTER-SCHEIDUNG</a:t>
            </a:r>
            <a:endParaRPr lang="de-DE" sz="2400" b="1" u="sng" dirty="0">
              <a:solidFill>
                <a:schemeClr val="bg1"/>
              </a:solidFill>
              <a:latin typeface="Aptos Display"/>
              <a:ea typeface="Calibri"/>
              <a:cs typeface="Calibri"/>
            </a:endParaRPr>
          </a:p>
          <a:p>
            <a:pPr algn="ctr"/>
            <a:endParaRPr lang="de-DE" dirty="0">
              <a:ea typeface="Calibri"/>
              <a:cs typeface="Calibri"/>
            </a:endParaRPr>
          </a:p>
          <a:p>
            <a:pPr marL="285750" indent="-285750" algn="ctr">
              <a:buFont typeface="Arial"/>
              <a:buChar char="•"/>
            </a:pPr>
            <a:r>
              <a:rPr lang="de-DE" dirty="0">
                <a:latin typeface="Aptos Display"/>
                <a:ea typeface="Calibri"/>
                <a:cs typeface="Calibri"/>
              </a:rPr>
              <a:t>ID 69 hat stärkeres </a:t>
            </a:r>
            <a:r>
              <a:rPr lang="de-DE" dirty="0" err="1">
                <a:latin typeface="Aptos Display"/>
                <a:ea typeface="Calibri"/>
                <a:cs typeface="Calibri"/>
              </a:rPr>
              <a:t>gewicht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EF228EDD-BBBA-53D2-CF10-5DDA85F0EAF6}"/>
              </a:ext>
            </a:extLst>
          </p:cNvPr>
          <p:cNvSpPr/>
          <p:nvPr/>
        </p:nvSpPr>
        <p:spPr>
          <a:xfrm>
            <a:off x="8489702" y="2063008"/>
            <a:ext cx="3021937" cy="1833747"/>
          </a:xfrm>
          <a:prstGeom prst="roundRect">
            <a:avLst/>
          </a:prstGeom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2400" b="1" u="sng" dirty="0">
                <a:solidFill>
                  <a:schemeClr val="bg1"/>
                </a:solidFill>
                <a:latin typeface="Aptos Display"/>
                <a:ea typeface="Calibri"/>
                <a:cs typeface="Calibri"/>
              </a:rPr>
              <a:t>MARKERDATEN</a:t>
            </a:r>
          </a:p>
          <a:p>
            <a:pPr algn="ctr"/>
            <a:endParaRPr lang="de-DE" dirty="0">
              <a:ea typeface="Calibri"/>
              <a:cs typeface="Calibri"/>
            </a:endParaRPr>
          </a:p>
          <a:p>
            <a:pPr marL="285750" indent="-285750" algn="ctr">
              <a:buFont typeface="Arial"/>
              <a:buChar char="•"/>
            </a:pPr>
            <a:r>
              <a:rPr lang="de-DE" dirty="0">
                <a:ea typeface="Calibri"/>
                <a:cs typeface="Calibri"/>
              </a:rPr>
              <a:t>ID &amp; Distanz von </a:t>
            </a:r>
            <a:r>
              <a:rPr lang="de-DE" dirty="0" err="1">
                <a:ea typeface="Calibri"/>
                <a:cs typeface="Calibri"/>
              </a:rPr>
              <a:t>OpenCV</a:t>
            </a:r>
            <a:r>
              <a:rPr lang="de-DE" dirty="0">
                <a:ea typeface="Calibri"/>
                <a:cs typeface="Calibri"/>
              </a:rPr>
              <a:t> </a:t>
            </a:r>
            <a:r>
              <a:rPr lang="de-DE" dirty="0" err="1">
                <a:ea typeface="Calibri"/>
                <a:cs typeface="Calibri"/>
              </a:rPr>
              <a:t>funktionen</a:t>
            </a:r>
            <a:endParaRPr lang="de-DE" dirty="0">
              <a:ea typeface="Calibri"/>
              <a:cs typeface="Calibri"/>
            </a:endParaRPr>
          </a:p>
          <a:p>
            <a:pPr marL="285750" indent="-285750" algn="ctr">
              <a:buFont typeface="Arial"/>
              <a:buChar char="•"/>
            </a:pPr>
            <a:r>
              <a:rPr lang="de-DE" dirty="0">
                <a:ea typeface="Calibri"/>
                <a:cs typeface="Calibri"/>
              </a:rPr>
              <a:t>Winkel manuell berechnet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E88C119D-9891-1F76-F35C-688D7FF189B6}"/>
              </a:ext>
            </a:extLst>
          </p:cNvPr>
          <p:cNvSpPr/>
          <p:nvPr/>
        </p:nvSpPr>
        <p:spPr>
          <a:xfrm>
            <a:off x="0" y="-1"/>
            <a:ext cx="781792" cy="33646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1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D673A040-E3C4-EAD7-4F7D-43D62872762B}"/>
              </a:ext>
            </a:extLst>
          </p:cNvPr>
          <p:cNvSpPr/>
          <p:nvPr/>
        </p:nvSpPr>
        <p:spPr>
          <a:xfrm>
            <a:off x="781792" y="-1"/>
            <a:ext cx="781792" cy="33646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2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A2174489-DF64-B315-9093-22E8D35F61C1}"/>
              </a:ext>
            </a:extLst>
          </p:cNvPr>
          <p:cNvSpPr/>
          <p:nvPr/>
        </p:nvSpPr>
        <p:spPr>
          <a:xfrm>
            <a:off x="1563584" y="-1"/>
            <a:ext cx="781792" cy="544285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3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DF91B251-F454-4BEE-1E8A-898CBFE5A3D9}"/>
              </a:ext>
            </a:extLst>
          </p:cNvPr>
          <p:cNvSpPr/>
          <p:nvPr/>
        </p:nvSpPr>
        <p:spPr>
          <a:xfrm>
            <a:off x="2345376" y="-1"/>
            <a:ext cx="781792" cy="33646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4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F7F9285B-F8E4-B9A4-7235-18FF2CB89F76}"/>
              </a:ext>
            </a:extLst>
          </p:cNvPr>
          <p:cNvSpPr/>
          <p:nvPr/>
        </p:nvSpPr>
        <p:spPr>
          <a:xfrm>
            <a:off x="3127168" y="-2"/>
            <a:ext cx="781792" cy="33646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5</a:t>
            </a: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8F2F8BF4-0AF2-DC32-B164-9BDC33EF824B}"/>
              </a:ext>
            </a:extLst>
          </p:cNvPr>
          <p:cNvSpPr/>
          <p:nvPr/>
        </p:nvSpPr>
        <p:spPr>
          <a:xfrm>
            <a:off x="3908960" y="-2"/>
            <a:ext cx="781792" cy="33646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6</a:t>
            </a: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88F89FC4-8177-B483-1544-6F5071CB680D}"/>
              </a:ext>
            </a:extLst>
          </p:cNvPr>
          <p:cNvSpPr/>
          <p:nvPr/>
        </p:nvSpPr>
        <p:spPr>
          <a:xfrm>
            <a:off x="1831414" y="543649"/>
            <a:ext cx="510875" cy="207499"/>
          </a:xfrm>
          <a:prstGeom prst="roundRect">
            <a:avLst/>
          </a:prstGeom>
          <a:solidFill>
            <a:srgbClr val="A8181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3.4</a:t>
            </a:r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3A106A00-3C52-65E0-E6FC-63BD92297244}"/>
              </a:ext>
            </a:extLst>
          </p:cNvPr>
          <p:cNvSpPr/>
          <p:nvPr/>
        </p:nvSpPr>
        <p:spPr>
          <a:xfrm>
            <a:off x="1564218" y="543649"/>
            <a:ext cx="85343" cy="207499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de-DE" dirty="0"/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8A7F8B21-9F5F-A2B6-9DD1-66247D6AD522}"/>
              </a:ext>
            </a:extLst>
          </p:cNvPr>
          <p:cNvSpPr/>
          <p:nvPr/>
        </p:nvSpPr>
        <p:spPr>
          <a:xfrm>
            <a:off x="1653283" y="543649"/>
            <a:ext cx="85343" cy="207499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de-DE" dirty="0"/>
          </a:p>
        </p:txBody>
      </p:sp>
      <p:sp>
        <p:nvSpPr>
          <p:cNvPr id="25" name="Rechteck: abgerundete Ecken 24">
            <a:extLst>
              <a:ext uri="{FF2B5EF4-FFF2-40B4-BE49-F238E27FC236}">
                <a16:creationId xmlns:a16="http://schemas.microsoft.com/office/drawing/2014/main" id="{D6B094DF-1AEA-1482-4F8C-0310A9D5578E}"/>
              </a:ext>
            </a:extLst>
          </p:cNvPr>
          <p:cNvSpPr/>
          <p:nvPr/>
        </p:nvSpPr>
        <p:spPr>
          <a:xfrm>
            <a:off x="1742347" y="543648"/>
            <a:ext cx="85343" cy="207499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88373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9B79E7-EE11-F199-89EA-A9DB5E52F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b="1" dirty="0">
                <a:latin typeface="Aptos Display"/>
              </a:rPr>
              <a:t>Änderungen zur ursprünglichen </a:t>
            </a:r>
            <a:r>
              <a:rPr lang="de-DE" b="1" dirty="0" err="1">
                <a:latin typeface="Aptos Display"/>
              </a:rPr>
              <a:t>idee</a:t>
            </a:r>
            <a:endParaRPr lang="de-DE" b="1" dirty="0">
              <a:latin typeface="Aptos Display"/>
            </a:endParaRP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D0284874-9057-9924-10AE-30C499BB2737}"/>
              </a:ext>
            </a:extLst>
          </p:cNvPr>
          <p:cNvSpPr/>
          <p:nvPr/>
        </p:nvSpPr>
        <p:spPr>
          <a:xfrm>
            <a:off x="682831" y="2066636"/>
            <a:ext cx="3021937" cy="1833747"/>
          </a:xfrm>
          <a:prstGeom prst="roundRect">
            <a:avLst/>
          </a:prstGeom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2400" b="1" u="sng" dirty="0">
                <a:solidFill>
                  <a:schemeClr val="bg1"/>
                </a:solidFill>
                <a:latin typeface="Aptos Display"/>
                <a:ea typeface="Calibri"/>
                <a:cs typeface="Calibri"/>
              </a:rPr>
              <a:t>REGLERWAHL (NUR DRIVE)</a:t>
            </a:r>
          </a:p>
          <a:p>
            <a:pPr algn="ctr"/>
            <a:endParaRPr lang="de-DE" dirty="0">
              <a:ea typeface="Calibri"/>
              <a:cs typeface="Calibri"/>
            </a:endParaRPr>
          </a:p>
          <a:p>
            <a:pPr marL="285750" indent="-285750" algn="ctr">
              <a:buFont typeface="Arial"/>
              <a:buChar char="•"/>
            </a:pPr>
            <a:r>
              <a:rPr lang="de-DE" dirty="0">
                <a:ea typeface="Calibri"/>
                <a:cs typeface="Calibri"/>
              </a:rPr>
              <a:t>Zweipunktregler -&gt; Nun P-Regler</a:t>
            </a:r>
            <a:endParaRPr lang="de-DE" dirty="0">
              <a:latin typeface="Corbel" panose="020B0503020204020204"/>
              <a:ea typeface="Calibri"/>
              <a:cs typeface="Calibri"/>
            </a:endParaRPr>
          </a:p>
          <a:p>
            <a:pPr marL="285750" indent="-285750" algn="ctr">
              <a:buFont typeface="Arial"/>
              <a:buChar char="•"/>
            </a:pPr>
            <a:endParaRPr lang="de-DE" dirty="0">
              <a:latin typeface="Aptos Display"/>
              <a:ea typeface="Calibri"/>
              <a:cs typeface="Calibri"/>
            </a:endParaRP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302AECA2-DFFE-FC18-AACD-27D2C8AA2F0B}"/>
              </a:ext>
            </a:extLst>
          </p:cNvPr>
          <p:cNvSpPr/>
          <p:nvPr/>
        </p:nvSpPr>
        <p:spPr>
          <a:xfrm>
            <a:off x="4298867" y="2070594"/>
            <a:ext cx="3586014" cy="1823851"/>
          </a:xfrm>
          <a:prstGeom prst="roundRect">
            <a:avLst/>
          </a:prstGeom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2400" b="1" u="sng" dirty="0">
                <a:solidFill>
                  <a:schemeClr val="bg1"/>
                </a:solidFill>
                <a:latin typeface="Aptos Display"/>
                <a:ea typeface="Calibri"/>
                <a:cs typeface="Calibri"/>
              </a:rPr>
              <a:t>KAMERAKALIBRIERUNG</a:t>
            </a:r>
          </a:p>
          <a:p>
            <a:pPr algn="ctr"/>
            <a:endParaRPr lang="de-DE" dirty="0">
              <a:ea typeface="Calibri"/>
              <a:cs typeface="Calibri"/>
            </a:endParaRPr>
          </a:p>
          <a:p>
            <a:pPr marL="285750" indent="-285750" algn="ctr">
              <a:buFont typeface="Arial"/>
              <a:buChar char="•"/>
            </a:pPr>
            <a:r>
              <a:rPr lang="de-DE" dirty="0">
                <a:latin typeface="Corbel" panose="020B0503020204020204"/>
                <a:ea typeface="Calibri"/>
                <a:cs typeface="Calibri"/>
              </a:rPr>
              <a:t>Beide Roboter separat Kalibrieren -&gt; Einmal für beide</a:t>
            </a:r>
            <a:endParaRPr lang="de-DE"/>
          </a:p>
          <a:p>
            <a:pPr marL="285750" indent="-285750" algn="ctr">
              <a:buFont typeface="Arial"/>
              <a:buChar char="•"/>
            </a:pPr>
            <a:endParaRPr lang="de-DE" dirty="0">
              <a:latin typeface="Aptos Display"/>
              <a:ea typeface="Calibri"/>
              <a:cs typeface="Calibri"/>
            </a:endParaRP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0A0F4136-62DE-9781-0889-630E1E6307A1}"/>
              </a:ext>
            </a:extLst>
          </p:cNvPr>
          <p:cNvSpPr/>
          <p:nvPr/>
        </p:nvSpPr>
        <p:spPr>
          <a:xfrm>
            <a:off x="8484919" y="2070594"/>
            <a:ext cx="3021937" cy="1833747"/>
          </a:xfrm>
          <a:prstGeom prst="roundRect">
            <a:avLst/>
          </a:prstGeom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2400" b="1" u="sng" dirty="0">
                <a:solidFill>
                  <a:schemeClr val="bg1"/>
                </a:solidFill>
                <a:latin typeface="Aptos Display"/>
                <a:ea typeface="Calibri"/>
                <a:cs typeface="Calibri"/>
              </a:rPr>
              <a:t>WENDEPLATTFORM</a:t>
            </a:r>
          </a:p>
          <a:p>
            <a:pPr algn="ctr"/>
            <a:endParaRPr lang="de-DE" dirty="0">
              <a:ea typeface="Calibri"/>
              <a:cs typeface="Calibri"/>
            </a:endParaRPr>
          </a:p>
          <a:p>
            <a:pPr marL="285750" indent="-285750" algn="ctr">
              <a:buFont typeface="Arial"/>
              <a:buChar char="•"/>
            </a:pPr>
            <a:r>
              <a:rPr lang="de-DE" dirty="0">
                <a:ea typeface="Calibri"/>
                <a:cs typeface="Calibri"/>
              </a:rPr>
              <a:t>RFID Tags verwenden -&gt; Nur </a:t>
            </a:r>
            <a:r>
              <a:rPr lang="de-DE" dirty="0" err="1">
                <a:ea typeface="Calibri"/>
                <a:cs typeface="Calibri"/>
              </a:rPr>
              <a:t>ArUcos</a:t>
            </a:r>
            <a:r>
              <a:rPr lang="de-DE" dirty="0">
                <a:ea typeface="Calibri"/>
                <a:cs typeface="Calibri"/>
              </a:rPr>
              <a:t> verwendet</a:t>
            </a:r>
            <a:endParaRPr lang="de-DE" dirty="0">
              <a:latin typeface="Corbel" panose="020B0503020204020204"/>
              <a:ea typeface="Calibri"/>
              <a:cs typeface="Calibri"/>
            </a:endParaRPr>
          </a:p>
          <a:p>
            <a:pPr marL="285750" indent="-285750" algn="ctr">
              <a:buFont typeface="Arial"/>
              <a:buChar char="•"/>
            </a:pPr>
            <a:endParaRPr lang="de-DE" dirty="0">
              <a:latin typeface="Aptos Display"/>
              <a:ea typeface="Calibri"/>
              <a:cs typeface="Calibri"/>
            </a:endParaRP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9D8B66F6-FA43-299A-9F11-72D0659CB97E}"/>
              </a:ext>
            </a:extLst>
          </p:cNvPr>
          <p:cNvSpPr/>
          <p:nvPr/>
        </p:nvSpPr>
        <p:spPr>
          <a:xfrm>
            <a:off x="0" y="-1"/>
            <a:ext cx="781792" cy="33646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1</a:t>
            </a: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23F8FFE7-A76A-31CC-F9C6-60F17D0C961F}"/>
              </a:ext>
            </a:extLst>
          </p:cNvPr>
          <p:cNvSpPr/>
          <p:nvPr/>
        </p:nvSpPr>
        <p:spPr>
          <a:xfrm>
            <a:off x="781792" y="-1"/>
            <a:ext cx="781792" cy="33646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2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1EB97F9C-EDCE-DD3B-D094-C0715F8ACA8B}"/>
              </a:ext>
            </a:extLst>
          </p:cNvPr>
          <p:cNvSpPr/>
          <p:nvPr/>
        </p:nvSpPr>
        <p:spPr>
          <a:xfrm>
            <a:off x="1563584" y="-1"/>
            <a:ext cx="781792" cy="33646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3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20C391F5-CBA7-72CC-C32A-C5F23EF876C3}"/>
              </a:ext>
            </a:extLst>
          </p:cNvPr>
          <p:cNvSpPr/>
          <p:nvPr/>
        </p:nvSpPr>
        <p:spPr>
          <a:xfrm>
            <a:off x="2345376" y="-1"/>
            <a:ext cx="781792" cy="544285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4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F1B52539-0150-9ABD-B15F-1CC3A4CA69B3}"/>
              </a:ext>
            </a:extLst>
          </p:cNvPr>
          <p:cNvSpPr/>
          <p:nvPr/>
        </p:nvSpPr>
        <p:spPr>
          <a:xfrm>
            <a:off x="3127168" y="-2"/>
            <a:ext cx="781792" cy="33646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5</a:t>
            </a: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D3CCF97B-206E-25A0-70BC-B6BD2E735D85}"/>
              </a:ext>
            </a:extLst>
          </p:cNvPr>
          <p:cNvSpPr/>
          <p:nvPr/>
        </p:nvSpPr>
        <p:spPr>
          <a:xfrm>
            <a:off x="3908960" y="-2"/>
            <a:ext cx="781792" cy="33646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665315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3EFF58-3A0C-88B5-E65B-7304A2F4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b="1" dirty="0">
                <a:latin typeface="Aptos Display"/>
              </a:rPr>
              <a:t>Anpassungen projektplan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89C83700-C732-D2F8-4B9B-2B57A8DC894C}"/>
              </a:ext>
            </a:extLst>
          </p:cNvPr>
          <p:cNvSpPr/>
          <p:nvPr/>
        </p:nvSpPr>
        <p:spPr>
          <a:xfrm>
            <a:off x="4583545" y="2511136"/>
            <a:ext cx="3021937" cy="1833747"/>
          </a:xfrm>
          <a:prstGeom prst="roundRect">
            <a:avLst/>
          </a:prstGeom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2400" b="1" u="sng" dirty="0">
                <a:solidFill>
                  <a:schemeClr val="bg1"/>
                </a:solidFill>
                <a:latin typeface="Aptos Display"/>
                <a:ea typeface="Calibri"/>
                <a:cs typeface="Calibri"/>
              </a:rPr>
              <a:t>KEINE AHNUNG?</a:t>
            </a:r>
          </a:p>
          <a:p>
            <a:pPr algn="ctr"/>
            <a:endParaRPr lang="de-DE" dirty="0">
              <a:ea typeface="Calibri"/>
              <a:cs typeface="Calibri"/>
            </a:endParaRPr>
          </a:p>
          <a:p>
            <a:pPr algn="ctr"/>
            <a:r>
              <a:rPr lang="de-DE" dirty="0">
                <a:ea typeface="Calibri"/>
                <a:cs typeface="Calibri"/>
              </a:rPr>
              <a:t>HAT SICH EIGENTLICH NIX GEÄNDERT</a:t>
            </a:r>
            <a:endParaRPr lang="de-DE" dirty="0">
              <a:latin typeface="Corbel" panose="020B0503020204020204"/>
              <a:ea typeface="Calibri"/>
              <a:cs typeface="Calibri"/>
            </a:endParaRPr>
          </a:p>
          <a:p>
            <a:pPr marL="285750" indent="-285750" algn="ctr">
              <a:buFont typeface="Arial"/>
              <a:buChar char="•"/>
            </a:pPr>
            <a:endParaRPr lang="de-DE" dirty="0">
              <a:latin typeface="Aptos Display"/>
              <a:ea typeface="Calibri"/>
              <a:cs typeface="Calibri"/>
            </a:endParaRP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7F39DED3-784D-FBB2-39B2-669064A9D820}"/>
              </a:ext>
            </a:extLst>
          </p:cNvPr>
          <p:cNvSpPr/>
          <p:nvPr/>
        </p:nvSpPr>
        <p:spPr>
          <a:xfrm>
            <a:off x="0" y="-1"/>
            <a:ext cx="781792" cy="33646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1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17C75076-E193-D754-6517-D62F4C2BFF4A}"/>
              </a:ext>
            </a:extLst>
          </p:cNvPr>
          <p:cNvSpPr/>
          <p:nvPr/>
        </p:nvSpPr>
        <p:spPr>
          <a:xfrm>
            <a:off x="781792" y="-1"/>
            <a:ext cx="781792" cy="33646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2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979BFE30-F9F7-C5FE-0442-FB4B1BDA0F7B}"/>
              </a:ext>
            </a:extLst>
          </p:cNvPr>
          <p:cNvSpPr/>
          <p:nvPr/>
        </p:nvSpPr>
        <p:spPr>
          <a:xfrm>
            <a:off x="1563584" y="-1"/>
            <a:ext cx="781792" cy="33646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3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163135EC-9771-1306-35FB-231EE037C984}"/>
              </a:ext>
            </a:extLst>
          </p:cNvPr>
          <p:cNvSpPr/>
          <p:nvPr/>
        </p:nvSpPr>
        <p:spPr>
          <a:xfrm>
            <a:off x="2345376" y="-1"/>
            <a:ext cx="781792" cy="33646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4</a:t>
            </a: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5CF40221-32A7-CFDA-08E6-E607F4A1777A}"/>
              </a:ext>
            </a:extLst>
          </p:cNvPr>
          <p:cNvSpPr/>
          <p:nvPr/>
        </p:nvSpPr>
        <p:spPr>
          <a:xfrm>
            <a:off x="3127168" y="-2"/>
            <a:ext cx="781792" cy="544285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5</a:t>
            </a: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F3715A48-6EC3-282B-F0C4-278D18CE99EB}"/>
              </a:ext>
            </a:extLst>
          </p:cNvPr>
          <p:cNvSpPr/>
          <p:nvPr/>
        </p:nvSpPr>
        <p:spPr>
          <a:xfrm>
            <a:off x="3908960" y="-2"/>
            <a:ext cx="781792" cy="33646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733159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9F52E4-842C-687A-320E-CCC095609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b="1" err="1">
                <a:latin typeface="Aptos Display"/>
              </a:rPr>
              <a:t>Lessons</a:t>
            </a:r>
            <a:r>
              <a:rPr lang="de-DE" b="1" dirty="0">
                <a:latin typeface="Aptos Display"/>
              </a:rPr>
              <a:t> </a:t>
            </a:r>
            <a:r>
              <a:rPr lang="de-DE" b="1" err="1">
                <a:latin typeface="Aptos Display"/>
              </a:rPr>
              <a:t>learned</a:t>
            </a:r>
            <a:endParaRPr lang="de-DE" b="1">
              <a:latin typeface="Aptos Display"/>
            </a:endParaRP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C7A3E0A1-72A0-2D9C-8E30-361C8E2C78C2}"/>
              </a:ext>
            </a:extLst>
          </p:cNvPr>
          <p:cNvSpPr/>
          <p:nvPr/>
        </p:nvSpPr>
        <p:spPr>
          <a:xfrm>
            <a:off x="682831" y="2066636"/>
            <a:ext cx="3021937" cy="1833747"/>
          </a:xfrm>
          <a:prstGeom prst="roundRect">
            <a:avLst/>
          </a:prstGeom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2400" b="1" u="sng" dirty="0">
                <a:solidFill>
                  <a:schemeClr val="bg1"/>
                </a:solidFill>
                <a:latin typeface="Aptos Display"/>
                <a:ea typeface="Calibri"/>
                <a:cs typeface="Calibri"/>
              </a:rPr>
              <a:t>ROS2</a:t>
            </a:r>
          </a:p>
          <a:p>
            <a:pPr algn="ctr"/>
            <a:endParaRPr lang="de-DE" dirty="0">
              <a:ea typeface="Calibri"/>
              <a:cs typeface="Calibri"/>
            </a:endParaRPr>
          </a:p>
          <a:p>
            <a:pPr marL="285750" indent="-285750" algn="ctr">
              <a:buFont typeface="Arial"/>
              <a:buChar char="•"/>
            </a:pPr>
            <a:r>
              <a:rPr lang="de-DE" dirty="0">
                <a:ea typeface="Calibri"/>
                <a:cs typeface="Calibri"/>
              </a:rPr>
              <a:t>Bessere </a:t>
            </a:r>
            <a:r>
              <a:rPr lang="de-DE" dirty="0" err="1">
                <a:ea typeface="Calibri"/>
                <a:cs typeface="Calibri"/>
              </a:rPr>
              <a:t>einarbeitung</a:t>
            </a:r>
            <a:r>
              <a:rPr lang="de-DE" dirty="0">
                <a:ea typeface="Calibri"/>
                <a:cs typeface="Calibri"/>
              </a:rPr>
              <a:t> in das Framework</a:t>
            </a:r>
            <a:endParaRPr lang="de-DE" dirty="0">
              <a:latin typeface="Corbel" panose="020B0503020204020204"/>
              <a:ea typeface="Calibri"/>
              <a:cs typeface="Calibri"/>
            </a:endParaRPr>
          </a:p>
          <a:p>
            <a:pPr marL="285750" indent="-285750" algn="ctr">
              <a:buFont typeface="Arial"/>
              <a:buChar char="•"/>
            </a:pPr>
            <a:endParaRPr lang="de-DE" dirty="0">
              <a:latin typeface="Aptos Display"/>
              <a:ea typeface="Calibri"/>
              <a:cs typeface="Calibri"/>
            </a:endParaRP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5435C3A8-78D7-2F48-6B44-A8D0BD315775}"/>
              </a:ext>
            </a:extLst>
          </p:cNvPr>
          <p:cNvSpPr/>
          <p:nvPr/>
        </p:nvSpPr>
        <p:spPr>
          <a:xfrm>
            <a:off x="4585854" y="2070594"/>
            <a:ext cx="3021937" cy="1833747"/>
          </a:xfrm>
          <a:prstGeom prst="roundRect">
            <a:avLst/>
          </a:prstGeom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2400" b="1" u="sng" dirty="0">
                <a:solidFill>
                  <a:schemeClr val="bg1"/>
                </a:solidFill>
                <a:latin typeface="Aptos Display"/>
                <a:ea typeface="Calibri"/>
                <a:cs typeface="Calibri"/>
              </a:rPr>
              <a:t>UNITTEST</a:t>
            </a:r>
          </a:p>
          <a:p>
            <a:pPr algn="ctr"/>
            <a:endParaRPr lang="de-DE" dirty="0">
              <a:ea typeface="Calibri"/>
              <a:cs typeface="Calibri"/>
            </a:endParaRPr>
          </a:p>
          <a:p>
            <a:pPr marL="285750" indent="-285750" algn="ctr">
              <a:buFont typeface="Arial"/>
              <a:buChar char="•"/>
            </a:pPr>
            <a:r>
              <a:rPr lang="de-DE" dirty="0">
                <a:ea typeface="Calibri"/>
                <a:cs typeface="Calibri"/>
              </a:rPr>
              <a:t>Entwicklung mittels </a:t>
            </a:r>
            <a:r>
              <a:rPr lang="de-DE" dirty="0" err="1">
                <a:ea typeface="Calibri"/>
                <a:cs typeface="Calibri"/>
              </a:rPr>
              <a:t>unittests</a:t>
            </a:r>
            <a:r>
              <a:rPr lang="de-DE" dirty="0">
                <a:ea typeface="Calibri"/>
                <a:cs typeface="Calibri"/>
              </a:rPr>
              <a:t> starten</a:t>
            </a:r>
            <a:endParaRPr lang="de-DE" dirty="0">
              <a:latin typeface="Corbel" panose="020B0503020204020204"/>
              <a:ea typeface="Calibri"/>
              <a:cs typeface="Calibri"/>
            </a:endParaRPr>
          </a:p>
          <a:p>
            <a:pPr marL="285750" indent="-285750" algn="ctr">
              <a:buFont typeface="Arial"/>
              <a:buChar char="•"/>
            </a:pPr>
            <a:r>
              <a:rPr lang="de-DE" dirty="0">
                <a:latin typeface="Aptos Display"/>
                <a:ea typeface="Calibri"/>
                <a:cs typeface="Calibri"/>
              </a:rPr>
              <a:t>Spart später zeit im debugging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D8A3DD67-34F7-2DD0-5A28-74432EC4E439}"/>
              </a:ext>
            </a:extLst>
          </p:cNvPr>
          <p:cNvSpPr/>
          <p:nvPr/>
        </p:nvSpPr>
        <p:spPr>
          <a:xfrm>
            <a:off x="8498773" y="2064656"/>
            <a:ext cx="3021937" cy="1833747"/>
          </a:xfrm>
          <a:prstGeom prst="roundRect">
            <a:avLst/>
          </a:prstGeom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2400" b="1" u="sng" dirty="0">
                <a:solidFill>
                  <a:schemeClr val="bg1"/>
                </a:solidFill>
                <a:latin typeface="Aptos Display"/>
                <a:ea typeface="Calibri"/>
                <a:cs typeface="Calibri"/>
              </a:rPr>
              <a:t>MANAGEMENT</a:t>
            </a:r>
          </a:p>
          <a:p>
            <a:pPr algn="ctr"/>
            <a:endParaRPr lang="de-DE" dirty="0">
              <a:ea typeface="Calibri"/>
              <a:cs typeface="Calibri"/>
            </a:endParaRPr>
          </a:p>
          <a:p>
            <a:pPr marL="285750" indent="-285750" algn="ctr">
              <a:buFont typeface="Arial"/>
              <a:buChar char="•"/>
            </a:pPr>
            <a:r>
              <a:rPr lang="de-DE" dirty="0">
                <a:ea typeface="Calibri"/>
                <a:cs typeface="Calibri"/>
              </a:rPr>
              <a:t>Früh Interfaces festlegen spart später zeit</a:t>
            </a:r>
            <a:endParaRPr lang="de-DE" dirty="0">
              <a:latin typeface="Corbel" panose="020B0503020204020204"/>
              <a:ea typeface="Calibri"/>
              <a:cs typeface="Calibri"/>
            </a:endParaRPr>
          </a:p>
          <a:p>
            <a:pPr marL="285750" indent="-285750" algn="ctr">
              <a:buFont typeface="Arial"/>
              <a:buChar char="•"/>
            </a:pPr>
            <a:endParaRPr lang="de-DE" dirty="0">
              <a:latin typeface="Aptos Display"/>
              <a:ea typeface="Calibri"/>
              <a:cs typeface="Calibri"/>
            </a:endParaRP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FF46C1AB-6061-46A6-08F4-A7163D622BEF}"/>
              </a:ext>
            </a:extLst>
          </p:cNvPr>
          <p:cNvSpPr/>
          <p:nvPr/>
        </p:nvSpPr>
        <p:spPr>
          <a:xfrm>
            <a:off x="0" y="-1"/>
            <a:ext cx="781792" cy="33646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1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E5FEE5C7-055F-2DC4-C8E0-60E4A03EA13D}"/>
              </a:ext>
            </a:extLst>
          </p:cNvPr>
          <p:cNvSpPr/>
          <p:nvPr/>
        </p:nvSpPr>
        <p:spPr>
          <a:xfrm>
            <a:off x="781792" y="-1"/>
            <a:ext cx="781792" cy="33646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2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BD482AC8-174A-D385-6325-236052CF1AC2}"/>
              </a:ext>
            </a:extLst>
          </p:cNvPr>
          <p:cNvSpPr/>
          <p:nvPr/>
        </p:nvSpPr>
        <p:spPr>
          <a:xfrm>
            <a:off x="1563584" y="-1"/>
            <a:ext cx="781792" cy="33646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3</a:t>
            </a: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968A9D9D-564A-E2F4-D884-ABB8E7813F2C}"/>
              </a:ext>
            </a:extLst>
          </p:cNvPr>
          <p:cNvSpPr/>
          <p:nvPr/>
        </p:nvSpPr>
        <p:spPr>
          <a:xfrm>
            <a:off x="2345376" y="-1"/>
            <a:ext cx="781792" cy="33646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4</a:t>
            </a: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422002DE-BA61-188D-8EBA-9966360C5AE7}"/>
              </a:ext>
            </a:extLst>
          </p:cNvPr>
          <p:cNvSpPr/>
          <p:nvPr/>
        </p:nvSpPr>
        <p:spPr>
          <a:xfrm>
            <a:off x="3127168" y="-2"/>
            <a:ext cx="781792" cy="33646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5</a:t>
            </a:r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B3B8AEB1-A584-CCEF-83EF-8CAB1C0C5FD4}"/>
              </a:ext>
            </a:extLst>
          </p:cNvPr>
          <p:cNvSpPr/>
          <p:nvPr/>
        </p:nvSpPr>
        <p:spPr>
          <a:xfrm>
            <a:off x="3908960" y="-2"/>
            <a:ext cx="781792" cy="544285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61305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12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3" baseType="lpstr">
      <vt:lpstr>Banded</vt:lpstr>
      <vt:lpstr>Canalchecker</vt:lpstr>
      <vt:lpstr>Inhaltsverzeichnis</vt:lpstr>
      <vt:lpstr>Ziel des projekts</vt:lpstr>
      <vt:lpstr>Designentscheidungen - Überblick</vt:lpstr>
      <vt:lpstr>DESIGNENTSCHEIDUNGEN - Architektur</vt:lpstr>
      <vt:lpstr>Technische lösungen - überblick</vt:lpstr>
      <vt:lpstr>Technische lösungen - nodes</vt:lpstr>
      <vt:lpstr>Technische lösungen - Regler</vt:lpstr>
      <vt:lpstr>Technische lösungen - MArker</vt:lpstr>
      <vt:lpstr>Änderungen zur ursprünglichen idee</vt:lpstr>
      <vt:lpstr>Anpassungen projektplan</vt:lpstr>
      <vt:lpstr>Lessons learned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514</cp:revision>
  <dcterms:created xsi:type="dcterms:W3CDTF">2026-01-14T14:50:43Z</dcterms:created>
  <dcterms:modified xsi:type="dcterms:W3CDTF">2026-01-15T01:55:35Z</dcterms:modified>
</cp:coreProperties>
</file>