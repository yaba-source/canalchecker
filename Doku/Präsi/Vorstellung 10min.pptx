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020044F-2BCD-4F9E-877B-EB7EF11C8F9F}">
          <p14:sldIdLst>
            <p14:sldId id="256"/>
            <p14:sldId id="257"/>
            <p14:sldId id="258"/>
            <p14:sldId id="259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ACB437-41FB-00C7-5AE4-5A3FC1EF3556}" v="40" dt="2026-01-15T01:57:07.140"/>
    <p1510:client id="{49EC4BD4-1E16-79F8-B6AB-BC7C99DEA5FE}" v="485" dt="2026-01-14T01:52:04.2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makatt" userId="S::stmakatt@hochschulekempten.onmicrosoft.com::6ebfdbce-4b09-4207-8a01-67e48fa59848" providerId="AD" clId="Web-{49EC4BD4-1E16-79F8-B6AB-BC7C99DEA5FE}"/>
    <pc:docChg chg="mod addSld delSld modSld sldOrd addMainMaster delMainMaster addSection delSection modSection">
      <pc:chgData name="stmakatt" userId="S::stmakatt@hochschulekempten.onmicrosoft.com::6ebfdbce-4b09-4207-8a01-67e48fa59848" providerId="AD" clId="Web-{49EC4BD4-1E16-79F8-B6AB-BC7C99DEA5FE}" dt="2026-01-14T01:52:03.560" v="447" actId="20577"/>
      <pc:docMkLst>
        <pc:docMk/>
      </pc:docMkLst>
      <pc:sldChg chg="modSp mod modClrScheme chgLayout">
        <pc:chgData name="stmakatt" userId="S::stmakatt@hochschulekempten.onmicrosoft.com::6ebfdbce-4b09-4207-8a01-67e48fa59848" providerId="AD" clId="Web-{49EC4BD4-1E16-79F8-B6AB-BC7C99DEA5FE}" dt="2026-01-13T23:58:56.811" v="112" actId="20577"/>
        <pc:sldMkLst>
          <pc:docMk/>
          <pc:sldMk cId="1577499883" sldId="256"/>
        </pc:sldMkLst>
        <pc:spChg chg="mod ord">
          <ac:chgData name="stmakatt" userId="S::stmakatt@hochschulekempten.onmicrosoft.com::6ebfdbce-4b09-4207-8a01-67e48fa59848" providerId="AD" clId="Web-{49EC4BD4-1E16-79F8-B6AB-BC7C99DEA5FE}" dt="2026-01-13T23:58:42.170" v="106"/>
          <ac:spMkLst>
            <pc:docMk/>
            <pc:sldMk cId="1577499883" sldId="256"/>
            <ac:spMk id="2" creationId="{00000000-0000-0000-0000-000000000000}"/>
          </ac:spMkLst>
        </pc:spChg>
        <pc:spChg chg="mod ord">
          <ac:chgData name="stmakatt" userId="S::stmakatt@hochschulekempten.onmicrosoft.com::6ebfdbce-4b09-4207-8a01-67e48fa59848" providerId="AD" clId="Web-{49EC4BD4-1E16-79F8-B6AB-BC7C99DEA5FE}" dt="2026-01-13T23:58:56.811" v="112" actId="20577"/>
          <ac:spMkLst>
            <pc:docMk/>
            <pc:sldMk cId="1577499883" sldId="256"/>
            <ac:spMk id="3" creationId="{00000000-0000-0000-0000-000000000000}"/>
          </ac:spMkLst>
        </pc:spChg>
      </pc:sldChg>
      <pc:sldChg chg="addSp delSp modSp mod modClrScheme addAnim chgLayout">
        <pc:chgData name="stmakatt" userId="S::stmakatt@hochschulekempten.onmicrosoft.com::6ebfdbce-4b09-4207-8a01-67e48fa59848" providerId="AD" clId="Web-{49EC4BD4-1E16-79F8-B6AB-BC7C99DEA5FE}" dt="2026-01-14T01:52:03.560" v="447" actId="20577"/>
        <pc:sldMkLst>
          <pc:docMk/>
          <pc:sldMk cId="1217052146" sldId="257"/>
        </pc:sldMkLst>
        <pc:spChg chg="mod ord">
          <ac:chgData name="stmakatt" userId="S::stmakatt@hochschulekempten.onmicrosoft.com::6ebfdbce-4b09-4207-8a01-67e48fa59848" providerId="AD" clId="Web-{49EC4BD4-1E16-79F8-B6AB-BC7C99DEA5FE}" dt="2026-01-13T23:58:42.170" v="106"/>
          <ac:spMkLst>
            <pc:docMk/>
            <pc:sldMk cId="1217052146" sldId="257"/>
            <ac:spMk id="2" creationId="{6CBABE45-4426-28A7-2ADC-A2102F12A602}"/>
          </ac:spMkLst>
        </pc:spChg>
        <pc:spChg chg="del mod ord">
          <ac:chgData name="stmakatt" userId="S::stmakatt@hochschulekempten.onmicrosoft.com::6ebfdbce-4b09-4207-8a01-67e48fa59848" providerId="AD" clId="Web-{49EC4BD4-1E16-79F8-B6AB-BC7C99DEA5FE}" dt="2026-01-14T01:49:58.606" v="399"/>
          <ac:spMkLst>
            <pc:docMk/>
            <pc:sldMk cId="1217052146" sldId="257"/>
            <ac:spMk id="3" creationId="{8FE462C3-F959-0101-C69E-0B145B0FAA5C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1:51:58.607" v="441" actId="20577"/>
          <ac:spMkLst>
            <pc:docMk/>
            <pc:sldMk cId="1217052146" sldId="257"/>
            <ac:spMk id="5" creationId="{AB63FDF3-BA03-9636-DA8B-C03AFAE8EC31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1:52:01.560" v="442" actId="20577"/>
          <ac:spMkLst>
            <pc:docMk/>
            <pc:sldMk cId="1217052146" sldId="257"/>
            <ac:spMk id="7" creationId="{82E45B8F-981B-FA02-1B2D-DC00BF8828F8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1:52:02.716" v="444" actId="20577"/>
          <ac:spMkLst>
            <pc:docMk/>
            <pc:sldMk cId="1217052146" sldId="257"/>
            <ac:spMk id="9" creationId="{B702A3CE-90CA-81D8-39F6-170F351E48A4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1:52:03.560" v="447" actId="20577"/>
          <ac:spMkLst>
            <pc:docMk/>
            <pc:sldMk cId="1217052146" sldId="257"/>
            <ac:spMk id="11" creationId="{516E8128-30AA-0BFB-D244-1EB02BCFB56D}"/>
          </ac:spMkLst>
        </pc:spChg>
        <pc:spChg chg="add del mod">
          <ac:chgData name="stmakatt" userId="S::stmakatt@hochschulekempten.onmicrosoft.com::6ebfdbce-4b09-4207-8a01-67e48fa59848" providerId="AD" clId="Web-{49EC4BD4-1E16-79F8-B6AB-BC7C99DEA5FE}" dt="2026-01-14T01:50:01.606" v="400"/>
          <ac:spMkLst>
            <pc:docMk/>
            <pc:sldMk cId="1217052146" sldId="257"/>
            <ac:spMk id="13" creationId="{B286CC79-3626-65E2-4A03-494F955A3EA9}"/>
          </ac:spMkLst>
        </pc:spChg>
      </pc:sldChg>
      <pc:sldChg chg="modSp mod modClrScheme addAnim chgLayout">
        <pc:chgData name="stmakatt" userId="S::stmakatt@hochschulekempten.onmicrosoft.com::6ebfdbce-4b09-4207-8a01-67e48fa59848" providerId="AD" clId="Web-{49EC4BD4-1E16-79F8-B6AB-BC7C99DEA5FE}" dt="2026-01-14T01:42:58.801" v="340"/>
        <pc:sldMkLst>
          <pc:docMk/>
          <pc:sldMk cId="122666339" sldId="258"/>
        </pc:sldMkLst>
        <pc:spChg chg="mod ord">
          <ac:chgData name="stmakatt" userId="S::stmakatt@hochschulekempten.onmicrosoft.com::6ebfdbce-4b09-4207-8a01-67e48fa59848" providerId="AD" clId="Web-{49EC4BD4-1E16-79F8-B6AB-BC7C99DEA5FE}" dt="2026-01-14T00:13:30.636" v="197" actId="20577"/>
          <ac:spMkLst>
            <pc:docMk/>
            <pc:sldMk cId="122666339" sldId="258"/>
            <ac:spMk id="2" creationId="{547105DD-69C5-DB21-6EB2-9415734C8575}"/>
          </ac:spMkLst>
        </pc:spChg>
        <pc:spChg chg="mod">
          <ac:chgData name="stmakatt" userId="S::stmakatt@hochschulekempten.onmicrosoft.com::6ebfdbce-4b09-4207-8a01-67e48fa59848" providerId="AD" clId="Web-{49EC4BD4-1E16-79F8-B6AB-BC7C99DEA5FE}" dt="2026-01-13T23:59:42.266" v="122" actId="20577"/>
          <ac:spMkLst>
            <pc:docMk/>
            <pc:sldMk cId="122666339" sldId="258"/>
            <ac:spMk id="3" creationId="{78C46C2D-6596-056C-C935-FE68D9A3ECC6}"/>
          </ac:spMkLst>
        </pc:spChg>
        <pc:spChg chg="mod">
          <ac:chgData name="stmakatt" userId="S::stmakatt@hochschulekempten.onmicrosoft.com::6ebfdbce-4b09-4207-8a01-67e48fa59848" providerId="AD" clId="Web-{49EC4BD4-1E16-79F8-B6AB-BC7C99DEA5FE}" dt="2026-01-13T23:59:30.906" v="117" actId="20577"/>
          <ac:spMkLst>
            <pc:docMk/>
            <pc:sldMk cId="122666339" sldId="258"/>
            <ac:spMk id="5" creationId="{31579D76-3985-C545-EFE9-59B48B769734}"/>
          </ac:spMkLst>
        </pc:spChg>
        <pc:spChg chg="mod">
          <ac:chgData name="stmakatt" userId="S::stmakatt@hochschulekempten.onmicrosoft.com::6ebfdbce-4b09-4207-8a01-67e48fa59848" providerId="AD" clId="Web-{49EC4BD4-1E16-79F8-B6AB-BC7C99DEA5FE}" dt="2026-01-13T23:59:34.750" v="118" actId="20577"/>
          <ac:spMkLst>
            <pc:docMk/>
            <pc:sldMk cId="122666339" sldId="258"/>
            <ac:spMk id="7" creationId="{6FF8DCEF-B4ED-9F46-99B9-772DF9CBA222}"/>
          </ac:spMkLst>
        </pc:spChg>
        <pc:spChg chg="mod">
          <ac:chgData name="stmakatt" userId="S::stmakatt@hochschulekempten.onmicrosoft.com::6ebfdbce-4b09-4207-8a01-67e48fa59848" providerId="AD" clId="Web-{49EC4BD4-1E16-79F8-B6AB-BC7C99DEA5FE}" dt="2026-01-13T23:59:37.594" v="119" actId="20577"/>
          <ac:spMkLst>
            <pc:docMk/>
            <pc:sldMk cId="122666339" sldId="258"/>
            <ac:spMk id="8" creationId="{F06F4620-28AE-271E-F1D6-F309311B0516}"/>
          </ac:spMkLst>
        </pc:spChg>
        <pc:spChg chg="mod">
          <ac:chgData name="stmakatt" userId="S::stmakatt@hochschulekempten.onmicrosoft.com::6ebfdbce-4b09-4207-8a01-67e48fa59848" providerId="AD" clId="Web-{49EC4BD4-1E16-79F8-B6AB-BC7C99DEA5FE}" dt="2026-01-13T23:59:40.141" v="120" actId="20577"/>
          <ac:spMkLst>
            <pc:docMk/>
            <pc:sldMk cId="122666339" sldId="258"/>
            <ac:spMk id="9" creationId="{31801A00-E0B8-B0D5-FFB5-5B7026A15852}"/>
          </ac:spMkLst>
        </pc:spChg>
      </pc:sldChg>
      <pc:sldChg chg="modSp mod modClrScheme addAnim chgLayout">
        <pc:chgData name="stmakatt" userId="S::stmakatt@hochschulekempten.onmicrosoft.com::6ebfdbce-4b09-4207-8a01-67e48fa59848" providerId="AD" clId="Web-{49EC4BD4-1E16-79F8-B6AB-BC7C99DEA5FE}" dt="2026-01-14T01:44:13.600" v="343"/>
        <pc:sldMkLst>
          <pc:docMk/>
          <pc:sldMk cId="2460720788" sldId="259"/>
        </pc:sldMkLst>
        <pc:spChg chg="mod ord">
          <ac:chgData name="stmakatt" userId="S::stmakatt@hochschulekempten.onmicrosoft.com::6ebfdbce-4b09-4207-8a01-67e48fa59848" providerId="AD" clId="Web-{49EC4BD4-1E16-79F8-B6AB-BC7C99DEA5FE}" dt="2026-01-14T00:13:27.183" v="196" actId="20577"/>
          <ac:spMkLst>
            <pc:docMk/>
            <pc:sldMk cId="2460720788" sldId="259"/>
            <ac:spMk id="2" creationId="{E7AE1B92-85E0-68F6-D343-20FCAC968AF2}"/>
          </ac:spMkLst>
        </pc:spChg>
        <pc:spChg chg="mod">
          <ac:chgData name="stmakatt" userId="S::stmakatt@hochschulekempten.onmicrosoft.com::6ebfdbce-4b09-4207-8a01-67e48fa59848" providerId="AD" clId="Web-{49EC4BD4-1E16-79F8-B6AB-BC7C99DEA5FE}" dt="2026-01-13T23:59:46.751" v="123" actId="20577"/>
          <ac:spMkLst>
            <pc:docMk/>
            <pc:sldMk cId="2460720788" sldId="259"/>
            <ac:spMk id="5" creationId="{63BB17A4-8F7E-DE50-E985-2A85447DCA13}"/>
          </ac:spMkLst>
        </pc:spChg>
        <pc:spChg chg="mod">
          <ac:chgData name="stmakatt" userId="S::stmakatt@hochschulekempten.onmicrosoft.com::6ebfdbce-4b09-4207-8a01-67e48fa59848" providerId="AD" clId="Web-{49EC4BD4-1E16-79F8-B6AB-BC7C99DEA5FE}" dt="2026-01-13T23:59:49.204" v="125" actId="20577"/>
          <ac:spMkLst>
            <pc:docMk/>
            <pc:sldMk cId="2460720788" sldId="259"/>
            <ac:spMk id="7" creationId="{01927ECF-6465-3040-17C0-D7440871191F}"/>
          </ac:spMkLst>
        </pc:spChg>
        <pc:spChg chg="mod">
          <ac:chgData name="stmakatt" userId="S::stmakatt@hochschulekempten.onmicrosoft.com::6ebfdbce-4b09-4207-8a01-67e48fa59848" providerId="AD" clId="Web-{49EC4BD4-1E16-79F8-B6AB-BC7C99DEA5FE}" dt="2026-01-13T23:59:51.407" v="126" actId="20577"/>
          <ac:spMkLst>
            <pc:docMk/>
            <pc:sldMk cId="2460720788" sldId="259"/>
            <ac:spMk id="9" creationId="{8738424D-B6D7-6ED7-12DB-64F21F1561BD}"/>
          </ac:spMkLst>
        </pc:spChg>
      </pc:sldChg>
      <pc:sldChg chg="addSp delSp modSp mod modClrScheme chgLayout">
        <pc:chgData name="stmakatt" userId="S::stmakatt@hochschulekempten.onmicrosoft.com::6ebfdbce-4b09-4207-8a01-67e48fa59848" providerId="AD" clId="Web-{49EC4BD4-1E16-79F8-B6AB-BC7C99DEA5FE}" dt="2026-01-14T00:41:14.133" v="291"/>
        <pc:sldMkLst>
          <pc:docMk/>
          <pc:sldMk cId="769635094" sldId="260"/>
        </pc:sldMkLst>
        <pc:spChg chg="mod ord">
          <ac:chgData name="stmakatt" userId="S::stmakatt@hochschulekempten.onmicrosoft.com::6ebfdbce-4b09-4207-8a01-67e48fa59848" providerId="AD" clId="Web-{49EC4BD4-1E16-79F8-B6AB-BC7C99DEA5FE}" dt="2026-01-14T00:13:24.667" v="195" actId="20577"/>
          <ac:spMkLst>
            <pc:docMk/>
            <pc:sldMk cId="769635094" sldId="260"/>
            <ac:spMk id="2" creationId="{CC176C48-15D0-2A51-5E60-2F1F43F3080F}"/>
          </ac:spMkLst>
        </pc:spChg>
        <pc:spChg chg="add del mod">
          <ac:chgData name="stmakatt" userId="S::stmakatt@hochschulekempten.onmicrosoft.com::6ebfdbce-4b09-4207-8a01-67e48fa59848" providerId="AD" clId="Web-{49EC4BD4-1E16-79F8-B6AB-BC7C99DEA5FE}" dt="2026-01-14T00:41:14.133" v="291"/>
          <ac:spMkLst>
            <pc:docMk/>
            <pc:sldMk cId="769635094" sldId="260"/>
            <ac:spMk id="4" creationId="{B37A58B2-4DEB-9535-C465-3EA0314003FB}"/>
          </ac:spMkLst>
        </pc:spChg>
        <pc:spChg chg="add del mod">
          <ac:chgData name="stmakatt" userId="S::stmakatt@hochschulekempten.onmicrosoft.com::6ebfdbce-4b09-4207-8a01-67e48fa59848" providerId="AD" clId="Web-{49EC4BD4-1E16-79F8-B6AB-BC7C99DEA5FE}" dt="2026-01-14T00:41:14.039" v="290"/>
          <ac:spMkLst>
            <pc:docMk/>
            <pc:sldMk cId="769635094" sldId="260"/>
            <ac:spMk id="5" creationId="{811A30A6-6D2E-0A71-A95A-21D24EA33252}"/>
          </ac:spMkLst>
        </pc:spChg>
      </pc:sldChg>
      <pc:sldChg chg="addSp delSp modSp del mod modClrScheme chgLayout">
        <pc:chgData name="stmakatt" userId="S::stmakatt@hochschulekempten.onmicrosoft.com::6ebfdbce-4b09-4207-8a01-67e48fa59848" providerId="AD" clId="Web-{49EC4BD4-1E16-79F8-B6AB-BC7C99DEA5FE}" dt="2026-01-14T01:30:20.576" v="326"/>
        <pc:sldMkLst>
          <pc:docMk/>
          <pc:sldMk cId="2219540317" sldId="261"/>
        </pc:sldMkLst>
        <pc:spChg chg="mod ord">
          <ac:chgData name="stmakatt" userId="S::stmakatt@hochschulekempten.onmicrosoft.com::6ebfdbce-4b09-4207-8a01-67e48fa59848" providerId="AD" clId="Web-{49EC4BD4-1E16-79F8-B6AB-BC7C99DEA5FE}" dt="2026-01-14T00:13:15.433" v="192" actId="20577"/>
          <ac:spMkLst>
            <pc:docMk/>
            <pc:sldMk cId="2219540317" sldId="261"/>
            <ac:spMk id="2" creationId="{90718E96-5D26-EEB2-09CA-1D1EBEF90200}"/>
          </ac:spMkLst>
        </pc:spChg>
        <pc:graphicFrameChg chg="add del">
          <ac:chgData name="stmakatt" userId="S::stmakatt@hochschulekempten.onmicrosoft.com::6ebfdbce-4b09-4207-8a01-67e48fa59848" providerId="AD" clId="Web-{49EC4BD4-1E16-79F8-B6AB-BC7C99DEA5FE}" dt="2026-01-14T00:42:26.433" v="297"/>
          <ac:graphicFrameMkLst>
            <pc:docMk/>
            <pc:sldMk cId="2219540317" sldId="261"/>
            <ac:graphicFrameMk id="4" creationId="{0B5EE93F-8F29-BD38-F2CB-0017384B1252}"/>
          </ac:graphicFrameMkLst>
        </pc:graphicFrameChg>
      </pc:sldChg>
      <pc:sldChg chg="addSp delSp modSp mod modClrScheme addAnim modAnim chgLayout">
        <pc:chgData name="stmakatt" userId="S::stmakatt@hochschulekempten.onmicrosoft.com::6ebfdbce-4b09-4207-8a01-67e48fa59848" providerId="AD" clId="Web-{49EC4BD4-1E16-79F8-B6AB-BC7C99DEA5FE}" dt="2026-01-14T01:47:04.525" v="355"/>
        <pc:sldMkLst>
          <pc:docMk/>
          <pc:sldMk cId="568726974" sldId="262"/>
        </pc:sldMkLst>
        <pc:spChg chg="mod ord">
          <ac:chgData name="stmakatt" userId="S::stmakatt@hochschulekempten.onmicrosoft.com::6ebfdbce-4b09-4207-8a01-67e48fa59848" providerId="AD" clId="Web-{49EC4BD4-1E16-79F8-B6AB-BC7C99DEA5FE}" dt="2026-01-14T00:18:35.093" v="217" actId="20577"/>
          <ac:spMkLst>
            <pc:docMk/>
            <pc:sldMk cId="568726974" sldId="262"/>
            <ac:spMk id="2" creationId="{2E82B4FC-419D-AB79-490D-A911AEE580B5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3T23:59:59.017" v="128" actId="20577"/>
          <ac:spMkLst>
            <pc:docMk/>
            <pc:sldMk cId="568726974" sldId="262"/>
            <ac:spMk id="3" creationId="{0F99993A-C891-823C-C9F4-A83291A1E78D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0:41:21.915" v="295" actId="20577"/>
          <ac:spMkLst>
            <pc:docMk/>
            <pc:sldMk cId="568726974" sldId="262"/>
            <ac:spMk id="4" creationId="{459D5D9C-43AA-45AF-B6C4-13420D6AA0D4}"/>
          </ac:spMkLst>
        </pc:spChg>
        <pc:spChg chg="add del mod">
          <ac:chgData name="stmakatt" userId="S::stmakatt@hochschulekempten.onmicrosoft.com::6ebfdbce-4b09-4207-8a01-67e48fa59848" providerId="AD" clId="Web-{49EC4BD4-1E16-79F8-B6AB-BC7C99DEA5FE}" dt="2026-01-14T00:08:36.027" v="167"/>
          <ac:spMkLst>
            <pc:docMk/>
            <pc:sldMk cId="568726974" sldId="262"/>
            <ac:spMk id="5" creationId="{28BA3F3E-5B4F-5155-340E-EA883F67DAEF}"/>
          </ac:spMkLst>
        </pc:spChg>
        <pc:spChg chg="add del mod">
          <ac:chgData name="stmakatt" userId="S::stmakatt@hochschulekempten.onmicrosoft.com::6ebfdbce-4b09-4207-8a01-67e48fa59848" providerId="AD" clId="Web-{49EC4BD4-1E16-79F8-B6AB-BC7C99DEA5FE}" dt="2026-01-14T00:08:36.027" v="166"/>
          <ac:spMkLst>
            <pc:docMk/>
            <pc:sldMk cId="568726974" sldId="262"/>
            <ac:spMk id="6" creationId="{E8EA3891-AAB0-CB28-6162-806B68AA179C}"/>
          </ac:spMkLst>
        </pc:spChg>
        <pc:spChg chg="mod">
          <ac:chgData name="stmakatt" userId="S::stmakatt@hochschulekempten.onmicrosoft.com::6ebfdbce-4b09-4207-8a01-67e48fa59848" providerId="AD" clId="Web-{49EC4BD4-1E16-79F8-B6AB-BC7C99DEA5FE}" dt="2026-01-13T23:51:23.613" v="96" actId="20577"/>
          <ac:spMkLst>
            <pc:docMk/>
            <pc:sldMk cId="568726974" sldId="262"/>
            <ac:spMk id="7" creationId="{8FA7CA1C-3BF7-F9C4-2F43-4068232A9535}"/>
          </ac:spMkLst>
        </pc:spChg>
        <pc:spChg chg="add del mod">
          <ac:chgData name="stmakatt" userId="S::stmakatt@hochschulekempten.onmicrosoft.com::6ebfdbce-4b09-4207-8a01-67e48fa59848" providerId="AD" clId="Web-{49EC4BD4-1E16-79F8-B6AB-BC7C99DEA5FE}" dt="2026-01-14T00:08:36.027" v="165"/>
          <ac:spMkLst>
            <pc:docMk/>
            <pc:sldMk cId="568726974" sldId="262"/>
            <ac:spMk id="8" creationId="{0E8523E9-0964-21AD-5478-4459358468BC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0:13:06.089" v="189" actId="20577"/>
          <ac:spMkLst>
            <pc:docMk/>
            <pc:sldMk cId="568726974" sldId="262"/>
            <ac:spMk id="9" creationId="{4CFE0ED7-9C11-407E-F382-6114E39D0D4C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0:21:17.659" v="219" actId="20577"/>
          <ac:spMkLst>
            <pc:docMk/>
            <pc:sldMk cId="568726974" sldId="262"/>
            <ac:spMk id="10" creationId="{1A659416-2F71-1213-BD09-FDCD1A5F9CB1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0:27:49.318" v="244" actId="20577"/>
          <ac:spMkLst>
            <pc:docMk/>
            <pc:sldMk cId="568726974" sldId="262"/>
            <ac:spMk id="11" creationId="{D4CA37DE-40B0-A1EE-A8C2-76F605D11F1B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0:32:32.973" v="276" actId="20577"/>
          <ac:spMkLst>
            <pc:docMk/>
            <pc:sldMk cId="568726974" sldId="262"/>
            <ac:spMk id="12" creationId="{74118BB0-894E-81BB-801D-5EAB0E37CF2D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0:28:05.958" v="258" actId="20577"/>
          <ac:spMkLst>
            <pc:docMk/>
            <pc:sldMk cId="568726974" sldId="262"/>
            <ac:spMk id="13" creationId="{06FDA6CD-A364-00EB-449B-C59DFA48224D}"/>
          </ac:spMkLst>
        </pc:spChg>
        <pc:spChg chg="add mod">
          <ac:chgData name="stmakatt" userId="S::stmakatt@hochschulekempten.onmicrosoft.com::6ebfdbce-4b09-4207-8a01-67e48fa59848" providerId="AD" clId="Web-{49EC4BD4-1E16-79F8-B6AB-BC7C99DEA5FE}" dt="2026-01-14T00:32:20.973" v="268" actId="20577"/>
          <ac:spMkLst>
            <pc:docMk/>
            <pc:sldMk cId="568726974" sldId="262"/>
            <ac:spMk id="14" creationId="{33B57D25-29AC-4B04-EC4A-2BABADE15685}"/>
          </ac:spMkLst>
        </pc:spChg>
      </pc:sldChg>
      <pc:sldChg chg="new del">
        <pc:chgData name="stmakatt" userId="S::stmakatt@hochschulekempten.onmicrosoft.com::6ebfdbce-4b09-4207-8a01-67e48fa59848" providerId="AD" clId="Web-{49EC4BD4-1E16-79F8-B6AB-BC7C99DEA5FE}" dt="2026-01-14T01:28:51.058" v="300"/>
        <pc:sldMkLst>
          <pc:docMk/>
          <pc:sldMk cId="41187629" sldId="263"/>
        </pc:sldMkLst>
      </pc:sldChg>
      <pc:sldChg chg="addSp delSp modSp new ord">
        <pc:chgData name="stmakatt" userId="S::stmakatt@hochschulekempten.onmicrosoft.com::6ebfdbce-4b09-4207-8a01-67e48fa59848" providerId="AD" clId="Web-{49EC4BD4-1E16-79F8-B6AB-BC7C99DEA5FE}" dt="2026-01-14T01:31:30.330" v="333" actId="1076"/>
        <pc:sldMkLst>
          <pc:docMk/>
          <pc:sldMk cId="803008622" sldId="263"/>
        </pc:sldMkLst>
        <pc:spChg chg="mod">
          <ac:chgData name="stmakatt" userId="S::stmakatt@hochschulekempten.onmicrosoft.com::6ebfdbce-4b09-4207-8a01-67e48fa59848" providerId="AD" clId="Web-{49EC4BD4-1E16-79F8-B6AB-BC7C99DEA5FE}" dt="2026-01-14T01:30:14.450" v="325" actId="20577"/>
          <ac:spMkLst>
            <pc:docMk/>
            <pc:sldMk cId="803008622" sldId="263"/>
            <ac:spMk id="2" creationId="{410E0453-72A9-AAFC-460D-1F26FB2FE08D}"/>
          </ac:spMkLst>
        </pc:spChg>
        <pc:spChg chg="del">
          <ac:chgData name="stmakatt" userId="S::stmakatt@hochschulekempten.onmicrosoft.com::6ebfdbce-4b09-4207-8a01-67e48fa59848" providerId="AD" clId="Web-{49EC4BD4-1E16-79F8-B6AB-BC7C99DEA5FE}" dt="2026-01-14T01:29:35.997" v="304"/>
          <ac:spMkLst>
            <pc:docMk/>
            <pc:sldMk cId="803008622" sldId="263"/>
            <ac:spMk id="3" creationId="{678F3AF7-67C3-DAB6-759E-7A07815CC21A}"/>
          </ac:spMkLst>
        </pc:spChg>
        <pc:picChg chg="add mod ord">
          <ac:chgData name="stmakatt" userId="S::stmakatt@hochschulekempten.onmicrosoft.com::6ebfdbce-4b09-4207-8a01-67e48fa59848" providerId="AD" clId="Web-{49EC4BD4-1E16-79F8-B6AB-BC7C99DEA5FE}" dt="2026-01-14T01:31:30.330" v="333" actId="1076"/>
          <ac:picMkLst>
            <pc:docMk/>
            <pc:sldMk cId="803008622" sldId="263"/>
            <ac:picMk id="4" creationId="{4C787F28-ED87-59AD-4D6C-D8D977A9B332}"/>
          </ac:picMkLst>
        </pc:picChg>
      </pc:sldChg>
      <pc:sldChg chg="new del">
        <pc:chgData name="stmakatt" userId="S::stmakatt@hochschulekempten.onmicrosoft.com::6ebfdbce-4b09-4207-8a01-67e48fa59848" providerId="AD" clId="Web-{49EC4BD4-1E16-79F8-B6AB-BC7C99DEA5FE}" dt="2026-01-14T01:34:10.233" v="335"/>
        <pc:sldMkLst>
          <pc:docMk/>
          <pc:sldMk cId="1673350830" sldId="264"/>
        </pc:sldMkLst>
      </pc:sldChg>
      <pc:sldMasterChg chg="add addSldLayout modSldLayout">
        <pc:chgData name="stmakatt" userId="S::stmakatt@hochschulekempten.onmicrosoft.com::6ebfdbce-4b09-4207-8a01-67e48fa59848" providerId="AD" clId="Web-{49EC4BD4-1E16-79F8-B6AB-BC7C99DEA5FE}" dt="2026-01-13T23:58:42.170" v="106"/>
        <pc:sldMasterMkLst>
          <pc:docMk/>
          <pc:sldMasterMk cId="1177963232" sldId="2147483709"/>
        </pc:sldMasterMkLst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3208842662" sldId="2147483710"/>
          </pc:sldLayoutMkLst>
        </pc:sldLayoutChg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4009033248" sldId="2147483711"/>
          </pc:sldLayoutMkLst>
        </pc:sldLayoutChg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1322947451" sldId="2147483712"/>
          </pc:sldLayoutMkLst>
        </pc:sldLayoutChg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490858321" sldId="2147483713"/>
          </pc:sldLayoutMkLst>
        </pc:sldLayoutChg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2576383495" sldId="2147483714"/>
          </pc:sldLayoutMkLst>
        </pc:sldLayoutChg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1029131733" sldId="2147483715"/>
          </pc:sldLayoutMkLst>
        </pc:sldLayoutChg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3005670098" sldId="2147483716"/>
          </pc:sldLayoutMkLst>
        </pc:sldLayoutChg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3659010953" sldId="2147483717"/>
          </pc:sldLayoutMkLst>
        </pc:sldLayoutChg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3550077896" sldId="2147483718"/>
          </pc:sldLayoutMkLst>
        </pc:sldLayoutChg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3115360017" sldId="2147483719"/>
          </pc:sldLayoutMkLst>
        </pc:sldLayoutChg>
        <pc:sldLayoutChg chg="add mod replId">
          <pc:chgData name="stmakatt" userId="S::stmakatt@hochschulekempten.onmicrosoft.com::6ebfdbce-4b09-4207-8a01-67e48fa59848" providerId="AD" clId="Web-{49EC4BD4-1E16-79F8-B6AB-BC7C99DEA5FE}" dt="2026-01-13T23:58:42.170" v="106"/>
          <pc:sldLayoutMkLst>
            <pc:docMk/>
            <pc:sldMasterMk cId="1177963232" sldId="2147483709"/>
            <pc:sldLayoutMk cId="3991497647" sldId="2147483720"/>
          </pc:sldLayoutMkLst>
        </pc:sldLayoutChg>
      </pc:sldMasterChg>
    </pc:docChg>
  </pc:docChgLst>
  <pc:docChgLst>
    <pc:chgData name="Marcel Kattirs" userId="S::marcel.kattirs@infinityracing.de::78c6f7a9-3eff-4c8d-baf9-dfeaa349fb9c" providerId="AD" clId="Web-{965B018E-D6D0-2485-0757-48E3BD70B748}"/>
    <pc:docChg chg="modSld">
      <pc:chgData name="Marcel Kattirs" userId="S::marcel.kattirs@infinityracing.de::78c6f7a9-3eff-4c8d-baf9-dfeaa349fb9c" providerId="AD" clId="Web-{965B018E-D6D0-2485-0757-48E3BD70B748}" dt="2026-01-12T01:27:54.707" v="204"/>
      <pc:docMkLst>
        <pc:docMk/>
      </pc:docMkLst>
      <pc:sldChg chg="addSp delSp modSp">
        <pc:chgData name="Marcel Kattirs" userId="S::marcel.kattirs@infinityracing.de::78c6f7a9-3eff-4c8d-baf9-dfeaa349fb9c" providerId="AD" clId="Web-{965B018E-D6D0-2485-0757-48E3BD70B748}" dt="2026-01-12T01:27:54.707" v="204"/>
        <pc:sldMkLst>
          <pc:docMk/>
          <pc:sldMk cId="122666339" sldId="258"/>
        </pc:sldMkLst>
        <pc:spChg chg="mod">
          <ac:chgData name="Marcel Kattirs" userId="S::marcel.kattirs@infinityracing.de::78c6f7a9-3eff-4c8d-baf9-dfeaa349fb9c" providerId="AD" clId="Web-{965B018E-D6D0-2485-0757-48E3BD70B748}" dt="2026-01-12T00:34:37.987" v="114" actId="1076"/>
          <ac:spMkLst>
            <pc:docMk/>
            <pc:sldMk cId="122666339" sldId="258"/>
            <ac:spMk id="3" creationId="{78C46C2D-6596-056C-C935-FE68D9A3ECC6}"/>
          </ac:spMkLst>
        </pc:spChg>
        <pc:spChg chg="mod">
          <ac:chgData name="Marcel Kattirs" userId="S::marcel.kattirs@infinityracing.de::78c6f7a9-3eff-4c8d-baf9-dfeaa349fb9c" providerId="AD" clId="Web-{965B018E-D6D0-2485-0757-48E3BD70B748}" dt="2026-01-12T00:20:15.662" v="46" actId="20577"/>
          <ac:spMkLst>
            <pc:docMk/>
            <pc:sldMk cId="122666339" sldId="258"/>
            <ac:spMk id="5" creationId="{31579D76-3985-C545-EFE9-59B48B769734}"/>
          </ac:spMkLst>
        </pc:spChg>
        <pc:spChg chg="mod">
          <ac:chgData name="Marcel Kattirs" userId="S::marcel.kattirs@infinityracing.de::78c6f7a9-3eff-4c8d-baf9-dfeaa349fb9c" providerId="AD" clId="Web-{965B018E-D6D0-2485-0757-48E3BD70B748}" dt="2026-01-12T00:20:22.615" v="50" actId="20577"/>
          <ac:spMkLst>
            <pc:docMk/>
            <pc:sldMk cId="122666339" sldId="258"/>
            <ac:spMk id="7" creationId="{6FF8DCEF-B4ED-9F46-99B9-772DF9CBA222}"/>
          </ac:spMkLst>
        </pc:spChg>
        <pc:spChg chg="mod">
          <ac:chgData name="Marcel Kattirs" userId="S::marcel.kattirs@infinityracing.de::78c6f7a9-3eff-4c8d-baf9-dfeaa349fb9c" providerId="AD" clId="Web-{965B018E-D6D0-2485-0757-48E3BD70B748}" dt="2026-01-12T00:20:27.490" v="53" actId="20577"/>
          <ac:spMkLst>
            <pc:docMk/>
            <pc:sldMk cId="122666339" sldId="258"/>
            <ac:spMk id="8" creationId="{F06F4620-28AE-271E-F1D6-F309311B0516}"/>
          </ac:spMkLst>
        </pc:spChg>
        <pc:spChg chg="mod">
          <ac:chgData name="Marcel Kattirs" userId="S::marcel.kattirs@infinityracing.de::78c6f7a9-3eff-4c8d-baf9-dfeaa349fb9c" providerId="AD" clId="Web-{965B018E-D6D0-2485-0757-48E3BD70B748}" dt="2026-01-12T01:27:50.223" v="201" actId="14100"/>
          <ac:spMkLst>
            <pc:docMk/>
            <pc:sldMk cId="122666339" sldId="258"/>
            <ac:spMk id="9" creationId="{31801A00-E0B8-B0D5-FFB5-5B7026A15852}"/>
          </ac:spMkLst>
        </pc:spChg>
      </pc:sldChg>
      <pc:sldChg chg="addSp delSp modSp">
        <pc:chgData name="Marcel Kattirs" userId="S::marcel.kattirs@infinityracing.de::78c6f7a9-3eff-4c8d-baf9-dfeaa349fb9c" providerId="AD" clId="Web-{965B018E-D6D0-2485-0757-48E3BD70B748}" dt="2026-01-12T01:26:35.145" v="199" actId="20577"/>
        <pc:sldMkLst>
          <pc:docMk/>
          <pc:sldMk cId="2460720788" sldId="259"/>
        </pc:sldMkLst>
        <pc:spChg chg="add mod">
          <ac:chgData name="Marcel Kattirs" userId="S::marcel.kattirs@infinityracing.de::78c6f7a9-3eff-4c8d-baf9-dfeaa349fb9c" providerId="AD" clId="Web-{965B018E-D6D0-2485-0757-48E3BD70B748}" dt="2026-01-12T01:26:35.145" v="199" actId="20577"/>
          <ac:spMkLst>
            <pc:docMk/>
            <pc:sldMk cId="2460720788" sldId="259"/>
            <ac:spMk id="5" creationId="{63BB17A4-8F7E-DE50-E985-2A85447DCA13}"/>
          </ac:spMkLst>
        </pc:spChg>
        <pc:spChg chg="add">
          <ac:chgData name="Marcel Kattirs" userId="S::marcel.kattirs@infinityracing.de::78c6f7a9-3eff-4c8d-baf9-dfeaa349fb9c" providerId="AD" clId="Web-{965B018E-D6D0-2485-0757-48E3BD70B748}" dt="2026-01-12T00:30:53.454" v="84"/>
          <ac:spMkLst>
            <pc:docMk/>
            <pc:sldMk cId="2460720788" sldId="259"/>
            <ac:spMk id="7" creationId="{01927ECF-6465-3040-17C0-D7440871191F}"/>
          </ac:spMkLst>
        </pc:spChg>
        <pc:spChg chg="add">
          <ac:chgData name="Marcel Kattirs" userId="S::marcel.kattirs@infinityracing.de::78c6f7a9-3eff-4c8d-baf9-dfeaa349fb9c" providerId="AD" clId="Web-{965B018E-D6D0-2485-0757-48E3BD70B748}" dt="2026-01-12T00:30:53.470" v="85"/>
          <ac:spMkLst>
            <pc:docMk/>
            <pc:sldMk cId="2460720788" sldId="259"/>
            <ac:spMk id="9" creationId="{8738424D-B6D7-6ED7-12DB-64F21F1561BD}"/>
          </ac:spMkLst>
        </pc:spChg>
      </pc:sldChg>
      <pc:sldChg chg="addSp delSp modSp">
        <pc:chgData name="Marcel Kattirs" userId="S::marcel.kattirs@infinityracing.de::78c6f7a9-3eff-4c8d-baf9-dfeaa349fb9c" providerId="AD" clId="Web-{965B018E-D6D0-2485-0757-48E3BD70B748}" dt="2026-01-12T00:18:09.567" v="22" actId="20577"/>
        <pc:sldMkLst>
          <pc:docMk/>
          <pc:sldMk cId="769635094" sldId="260"/>
        </pc:sldMkLst>
        <pc:spChg chg="add mod">
          <ac:chgData name="Marcel Kattirs" userId="S::marcel.kattirs@infinityracing.de::78c6f7a9-3eff-4c8d-baf9-dfeaa349fb9c" providerId="AD" clId="Web-{965B018E-D6D0-2485-0757-48E3BD70B748}" dt="2026-01-12T00:18:09.567" v="22" actId="20577"/>
          <ac:spMkLst>
            <pc:docMk/>
            <pc:sldMk cId="769635094" sldId="260"/>
            <ac:spMk id="5" creationId="{811A30A6-6D2E-0A71-A95A-21D24EA33252}"/>
          </ac:spMkLst>
        </pc:spChg>
      </pc:sldChg>
      <pc:sldChg chg="addSp delSp modSp">
        <pc:chgData name="Marcel Kattirs" userId="S::marcel.kattirs@infinityracing.de::78c6f7a9-3eff-4c8d-baf9-dfeaa349fb9c" providerId="AD" clId="Web-{965B018E-D6D0-2485-0757-48E3BD70B748}" dt="2026-01-12T01:07:09.786" v="158" actId="20577"/>
        <pc:sldMkLst>
          <pc:docMk/>
          <pc:sldMk cId="568726974" sldId="262"/>
        </pc:sldMkLst>
        <pc:spChg chg="mod">
          <ac:chgData name="Marcel Kattirs" userId="S::marcel.kattirs@infinityracing.de::78c6f7a9-3eff-4c8d-baf9-dfeaa349fb9c" providerId="AD" clId="Web-{965B018E-D6D0-2485-0757-48E3BD70B748}" dt="2026-01-12T00:46:25.081" v="142" actId="20577"/>
          <ac:spMkLst>
            <pc:docMk/>
            <pc:sldMk cId="568726974" sldId="262"/>
            <ac:spMk id="2" creationId="{2E82B4FC-419D-AB79-490D-A911AEE580B5}"/>
          </ac:spMkLst>
        </pc:spChg>
        <pc:spChg chg="add mod">
          <ac:chgData name="Marcel Kattirs" userId="S::marcel.kattirs@infinityracing.de::78c6f7a9-3eff-4c8d-baf9-dfeaa349fb9c" providerId="AD" clId="Web-{965B018E-D6D0-2485-0757-48E3BD70B748}" dt="2026-01-12T01:07:09.786" v="158" actId="20577"/>
          <ac:spMkLst>
            <pc:docMk/>
            <pc:sldMk cId="568726974" sldId="262"/>
            <ac:spMk id="7" creationId="{8FA7CA1C-3BF7-F9C4-2F43-4068232A9535}"/>
          </ac:spMkLst>
        </pc:spChg>
      </pc:sldChg>
    </pc:docChg>
  </pc:docChgLst>
  <pc:docChgLst>
    <pc:chgData name="Marcel Kattirs" userId="S::marcel.kattirs@infinityracing.de::78c6f7a9-3eff-4c8d-baf9-dfeaa349fb9c" providerId="AD" clId="Web-{0B34326D-0C93-A2CC-6EDB-534652B2116E}"/>
    <pc:docChg chg="mod addSld delSld modSld sldOrd addMainMaster delMainMaster">
      <pc:chgData name="Marcel Kattirs" userId="S::marcel.kattirs@infinityracing.de::78c6f7a9-3eff-4c8d-baf9-dfeaa349fb9c" providerId="AD" clId="Web-{0B34326D-0C93-A2CC-6EDB-534652B2116E}" dt="2026-01-12T00:10:33.300" v="551" actId="20577"/>
      <pc:docMkLst>
        <pc:docMk/>
      </pc:docMkLst>
      <pc:sldChg chg="modSp mod modClrScheme chgLayout">
        <pc:chgData name="Marcel Kattirs" userId="S::marcel.kattirs@infinityracing.de::78c6f7a9-3eff-4c8d-baf9-dfeaa349fb9c" providerId="AD" clId="Web-{0B34326D-0C93-A2CC-6EDB-534652B2116E}" dt="2026-01-11T19:06:44.755" v="181"/>
        <pc:sldMkLst>
          <pc:docMk/>
          <pc:sldMk cId="1577499883" sldId="256"/>
        </pc:sldMkLst>
        <pc:spChg chg="mod ord">
          <ac:chgData name="Marcel Kattirs" userId="S::marcel.kattirs@infinityracing.de::78c6f7a9-3eff-4c8d-baf9-dfeaa349fb9c" providerId="AD" clId="Web-{0B34326D-0C93-A2CC-6EDB-534652B2116E}" dt="2026-01-11T19:06:44.755" v="181"/>
          <ac:spMkLst>
            <pc:docMk/>
            <pc:sldMk cId="1577499883" sldId="256"/>
            <ac:spMk id="2" creationId="{00000000-0000-0000-0000-000000000000}"/>
          </ac:spMkLst>
        </pc:spChg>
        <pc:spChg chg="mod ord">
          <ac:chgData name="Marcel Kattirs" userId="S::marcel.kattirs@infinityracing.de::78c6f7a9-3eff-4c8d-baf9-dfeaa349fb9c" providerId="AD" clId="Web-{0B34326D-0C93-A2CC-6EDB-534652B2116E}" dt="2026-01-11T19:06:44.755" v="181"/>
          <ac:spMkLst>
            <pc:docMk/>
            <pc:sldMk cId="1577499883" sldId="256"/>
            <ac:spMk id="3" creationId="{00000000-0000-0000-0000-000000000000}"/>
          </ac:spMkLst>
        </pc:spChg>
      </pc:sldChg>
      <pc:sldChg chg="modSp new mod modClrScheme chgLayout">
        <pc:chgData name="Marcel Kattirs" userId="S::marcel.kattirs@infinityracing.de::78c6f7a9-3eff-4c8d-baf9-dfeaa349fb9c" providerId="AD" clId="Web-{0B34326D-0C93-A2CC-6EDB-534652B2116E}" dt="2026-01-12T00:08:10.924" v="535" actId="20577"/>
        <pc:sldMkLst>
          <pc:docMk/>
          <pc:sldMk cId="1217052146" sldId="257"/>
        </pc:sldMkLst>
        <pc:spChg chg="mod ord">
          <ac:chgData name="Marcel Kattirs" userId="S::marcel.kattirs@infinityracing.de::78c6f7a9-3eff-4c8d-baf9-dfeaa349fb9c" providerId="AD" clId="Web-{0B34326D-0C93-A2CC-6EDB-534652B2116E}" dt="2026-01-12T00:08:10.924" v="535" actId="20577"/>
          <ac:spMkLst>
            <pc:docMk/>
            <pc:sldMk cId="1217052146" sldId="257"/>
            <ac:spMk id="2" creationId="{6CBABE45-4426-28A7-2ADC-A2102F12A602}"/>
          </ac:spMkLst>
        </pc:spChg>
      </pc:sldChg>
      <pc:sldChg chg="addSp delSp modSp new mod modClrScheme chgLayout">
        <pc:chgData name="Marcel Kattirs" userId="S::marcel.kattirs@infinityracing.de::78c6f7a9-3eff-4c8d-baf9-dfeaa349fb9c" providerId="AD" clId="Web-{0B34326D-0C93-A2CC-6EDB-534652B2116E}" dt="2026-01-12T00:08:07.456" v="534" actId="20577"/>
        <pc:sldMkLst>
          <pc:docMk/>
          <pc:sldMk cId="122666339" sldId="258"/>
        </pc:sldMkLst>
        <pc:spChg chg="mod ord">
          <ac:chgData name="Marcel Kattirs" userId="S::marcel.kattirs@infinityracing.de::78c6f7a9-3eff-4c8d-baf9-dfeaa349fb9c" providerId="AD" clId="Web-{0B34326D-0C93-A2CC-6EDB-534652B2116E}" dt="2026-01-12T00:08:07.456" v="534" actId="20577"/>
          <ac:spMkLst>
            <pc:docMk/>
            <pc:sldMk cId="122666339" sldId="258"/>
            <ac:spMk id="2" creationId="{547105DD-69C5-DB21-6EB2-9415734C8575}"/>
          </ac:spMkLst>
        </pc:spChg>
        <pc:spChg chg="add mod">
          <ac:chgData name="Marcel Kattirs" userId="S::marcel.kattirs@infinityracing.de::78c6f7a9-3eff-4c8d-baf9-dfeaa349fb9c" providerId="AD" clId="Web-{0B34326D-0C93-A2CC-6EDB-534652B2116E}" dt="2026-01-12T00:07:59.502" v="532" actId="20577"/>
          <ac:spMkLst>
            <pc:docMk/>
            <pc:sldMk cId="122666339" sldId="258"/>
            <ac:spMk id="3" creationId="{78C46C2D-6596-056C-C935-FE68D9A3ECC6}"/>
          </ac:spMkLst>
        </pc:spChg>
        <pc:spChg chg="add mod">
          <ac:chgData name="Marcel Kattirs" userId="S::marcel.kattirs@infinityracing.de::78c6f7a9-3eff-4c8d-baf9-dfeaa349fb9c" providerId="AD" clId="Web-{0B34326D-0C93-A2CC-6EDB-534652B2116E}" dt="2026-01-11T21:07:31.861" v="318" actId="14100"/>
          <ac:spMkLst>
            <pc:docMk/>
            <pc:sldMk cId="122666339" sldId="258"/>
            <ac:spMk id="5" creationId="{31579D76-3985-C545-EFE9-59B48B769734}"/>
          </ac:spMkLst>
        </pc:spChg>
        <pc:spChg chg="add mod">
          <ac:chgData name="Marcel Kattirs" userId="S::marcel.kattirs@infinityracing.de::78c6f7a9-3eff-4c8d-baf9-dfeaa349fb9c" providerId="AD" clId="Web-{0B34326D-0C93-A2CC-6EDB-534652B2116E}" dt="2026-01-11T23:58:46.948" v="440" actId="20577"/>
          <ac:spMkLst>
            <pc:docMk/>
            <pc:sldMk cId="122666339" sldId="258"/>
            <ac:spMk id="7" creationId="{6FF8DCEF-B4ED-9F46-99B9-772DF9CBA222}"/>
          </ac:spMkLst>
        </pc:spChg>
        <pc:spChg chg="add mod">
          <ac:chgData name="Marcel Kattirs" userId="S::marcel.kattirs@infinityracing.de::78c6f7a9-3eff-4c8d-baf9-dfeaa349fb9c" providerId="AD" clId="Web-{0B34326D-0C93-A2CC-6EDB-534652B2116E}" dt="2026-01-11T23:36:32.337" v="400" actId="20577"/>
          <ac:spMkLst>
            <pc:docMk/>
            <pc:sldMk cId="122666339" sldId="258"/>
            <ac:spMk id="8" creationId="{F06F4620-28AE-271E-F1D6-F309311B0516}"/>
          </ac:spMkLst>
        </pc:spChg>
        <pc:spChg chg="add mod">
          <ac:chgData name="Marcel Kattirs" userId="S::marcel.kattirs@infinityracing.de::78c6f7a9-3eff-4c8d-baf9-dfeaa349fb9c" providerId="AD" clId="Web-{0B34326D-0C93-A2CC-6EDB-534652B2116E}" dt="2026-01-12T00:06:11.174" v="482" actId="1076"/>
          <ac:spMkLst>
            <pc:docMk/>
            <pc:sldMk cId="122666339" sldId="258"/>
            <ac:spMk id="9" creationId="{31801A00-E0B8-B0D5-FFB5-5B7026A15852}"/>
          </ac:spMkLst>
        </pc:spChg>
      </pc:sldChg>
      <pc:sldChg chg="modSp new mod modClrScheme chgLayout">
        <pc:chgData name="Marcel Kattirs" userId="S::marcel.kattirs@infinityracing.de::78c6f7a9-3eff-4c8d-baf9-dfeaa349fb9c" providerId="AD" clId="Web-{0B34326D-0C93-A2CC-6EDB-534652B2116E}" dt="2026-01-12T00:08:22.659" v="536" actId="20577"/>
        <pc:sldMkLst>
          <pc:docMk/>
          <pc:sldMk cId="2460720788" sldId="259"/>
        </pc:sldMkLst>
        <pc:spChg chg="mod ord">
          <ac:chgData name="Marcel Kattirs" userId="S::marcel.kattirs@infinityracing.de::78c6f7a9-3eff-4c8d-baf9-dfeaa349fb9c" providerId="AD" clId="Web-{0B34326D-0C93-A2CC-6EDB-534652B2116E}" dt="2026-01-12T00:08:22.659" v="536" actId="20577"/>
          <ac:spMkLst>
            <pc:docMk/>
            <pc:sldMk cId="2460720788" sldId="259"/>
            <ac:spMk id="2" creationId="{E7AE1B92-85E0-68F6-D343-20FCAC968AF2}"/>
          </ac:spMkLst>
        </pc:spChg>
      </pc:sldChg>
      <pc:sldChg chg="modSp new mod ord modClrScheme chgLayout">
        <pc:chgData name="Marcel Kattirs" userId="S::marcel.kattirs@infinityracing.de::78c6f7a9-3eff-4c8d-baf9-dfeaa349fb9c" providerId="AD" clId="Web-{0B34326D-0C93-A2CC-6EDB-534652B2116E}" dt="2026-01-12T00:08:25.346" v="537" actId="20577"/>
        <pc:sldMkLst>
          <pc:docMk/>
          <pc:sldMk cId="769635094" sldId="260"/>
        </pc:sldMkLst>
        <pc:spChg chg="mod ord">
          <ac:chgData name="Marcel Kattirs" userId="S::marcel.kattirs@infinityracing.de::78c6f7a9-3eff-4c8d-baf9-dfeaa349fb9c" providerId="AD" clId="Web-{0B34326D-0C93-A2CC-6EDB-534652B2116E}" dt="2026-01-12T00:08:25.346" v="537" actId="20577"/>
          <ac:spMkLst>
            <pc:docMk/>
            <pc:sldMk cId="769635094" sldId="260"/>
            <ac:spMk id="2" creationId="{CC176C48-15D0-2A51-5E60-2F1F43F3080F}"/>
          </ac:spMkLst>
        </pc:spChg>
      </pc:sldChg>
      <pc:sldChg chg="modSp new mod modClrScheme chgLayout">
        <pc:chgData name="Marcel Kattirs" userId="S::marcel.kattirs@infinityracing.de::78c6f7a9-3eff-4c8d-baf9-dfeaa349fb9c" providerId="AD" clId="Web-{0B34326D-0C93-A2CC-6EDB-534652B2116E}" dt="2026-01-12T00:08:27.549" v="538" actId="20577"/>
        <pc:sldMkLst>
          <pc:docMk/>
          <pc:sldMk cId="568726974" sldId="262"/>
        </pc:sldMkLst>
        <pc:spChg chg="mod ord">
          <ac:chgData name="Marcel Kattirs" userId="S::marcel.kattirs@infinityracing.de::78c6f7a9-3eff-4c8d-baf9-dfeaa349fb9c" providerId="AD" clId="Web-{0B34326D-0C93-A2CC-6EDB-534652B2116E}" dt="2026-01-12T00:08:27.549" v="538" actId="20577"/>
          <ac:spMkLst>
            <pc:docMk/>
            <pc:sldMk cId="568726974" sldId="262"/>
            <ac:spMk id="2" creationId="{2E82B4FC-419D-AB79-490D-A911AEE580B5}"/>
          </ac:spMkLst>
        </pc:spChg>
      </pc:sldChg>
    </pc:docChg>
  </pc:docChgLst>
  <pc:docChgLst>
    <pc:chgData name="stmakatt" userId="S::stmakatt@hochschulekempten.onmicrosoft.com::6ebfdbce-4b09-4207-8a01-67e48fa59848" providerId="AD" clId="Web-{0CACB437-41FB-00C7-5AE4-5A3FC1EF3556}"/>
    <pc:docChg chg="modSld">
      <pc:chgData name="stmakatt" userId="S::stmakatt@hochschulekempten.onmicrosoft.com::6ebfdbce-4b09-4207-8a01-67e48fa59848" providerId="AD" clId="Web-{0CACB437-41FB-00C7-5AE4-5A3FC1EF3556}" dt="2026-01-15T01:57:07.140" v="39"/>
      <pc:docMkLst>
        <pc:docMk/>
      </pc:docMkLst>
      <pc:sldChg chg="addSp delSp">
        <pc:chgData name="stmakatt" userId="S::stmakatt@hochschulekempten.onmicrosoft.com::6ebfdbce-4b09-4207-8a01-67e48fa59848" providerId="AD" clId="Web-{0CACB437-41FB-00C7-5AE4-5A3FC1EF3556}" dt="2026-01-15T01:56:20.370" v="15"/>
        <pc:sldMkLst>
          <pc:docMk/>
          <pc:sldMk cId="122666339" sldId="258"/>
        </pc:sldMkLst>
        <pc:spChg chg="add del">
          <ac:chgData name="stmakatt" userId="S::stmakatt@hochschulekempten.onmicrosoft.com::6ebfdbce-4b09-4207-8a01-67e48fa59848" providerId="AD" clId="Web-{0CACB437-41FB-00C7-5AE4-5A3FC1EF3556}" dt="2026-01-15T01:56:17.510" v="14"/>
          <ac:spMkLst>
            <pc:docMk/>
            <pc:sldMk cId="122666339" sldId="258"/>
            <ac:spMk id="4" creationId="{6497C05C-CA89-F16E-8545-0EA5039B1DD6}"/>
          </ac:spMkLst>
        </pc:spChg>
        <pc:spChg chg="add del">
          <ac:chgData name="stmakatt" userId="S::stmakatt@hochschulekempten.onmicrosoft.com::6ebfdbce-4b09-4207-8a01-67e48fa59848" providerId="AD" clId="Web-{0CACB437-41FB-00C7-5AE4-5A3FC1EF3556}" dt="2026-01-15T01:56:17.510" v="13"/>
          <ac:spMkLst>
            <pc:docMk/>
            <pc:sldMk cId="122666339" sldId="258"/>
            <ac:spMk id="6" creationId="{69066B31-68B7-2CC5-ECEA-283BA02B07E6}"/>
          </ac:spMkLst>
        </pc:spChg>
        <pc:spChg chg="add del">
          <ac:chgData name="stmakatt" userId="S::stmakatt@hochschulekempten.onmicrosoft.com::6ebfdbce-4b09-4207-8a01-67e48fa59848" providerId="AD" clId="Web-{0CACB437-41FB-00C7-5AE4-5A3FC1EF3556}" dt="2026-01-15T01:56:17.510" v="12"/>
          <ac:spMkLst>
            <pc:docMk/>
            <pc:sldMk cId="122666339" sldId="258"/>
            <ac:spMk id="10" creationId="{252B6B45-4151-19F8-8FA9-65D7D18C8A2A}"/>
          </ac:spMkLst>
        </pc:spChg>
        <pc:spChg chg="add del">
          <ac:chgData name="stmakatt" userId="S::stmakatt@hochschulekempten.onmicrosoft.com::6ebfdbce-4b09-4207-8a01-67e48fa59848" providerId="AD" clId="Web-{0CACB437-41FB-00C7-5AE4-5A3FC1EF3556}" dt="2026-01-15T01:56:17.510" v="11"/>
          <ac:spMkLst>
            <pc:docMk/>
            <pc:sldMk cId="122666339" sldId="258"/>
            <ac:spMk id="11" creationId="{63770510-95B3-22E1-9C22-24F47F283A88}"/>
          </ac:spMkLst>
        </pc:spChg>
        <pc:spChg chg="add">
          <ac:chgData name="stmakatt" userId="S::stmakatt@hochschulekempten.onmicrosoft.com::6ebfdbce-4b09-4207-8a01-67e48fa59848" providerId="AD" clId="Web-{0CACB437-41FB-00C7-5AE4-5A3FC1EF3556}" dt="2026-01-15T01:56:20.370" v="15"/>
          <ac:spMkLst>
            <pc:docMk/>
            <pc:sldMk cId="122666339" sldId="258"/>
            <ac:spMk id="12" creationId="{5586A724-0289-D709-FA78-687CA6F1DB81}"/>
          </ac:spMkLst>
        </pc:spChg>
        <pc:spChg chg="add">
          <ac:chgData name="stmakatt" userId="S::stmakatt@hochschulekempten.onmicrosoft.com::6ebfdbce-4b09-4207-8a01-67e48fa59848" providerId="AD" clId="Web-{0CACB437-41FB-00C7-5AE4-5A3FC1EF3556}" dt="2026-01-15T01:56:20.370" v="15"/>
          <ac:spMkLst>
            <pc:docMk/>
            <pc:sldMk cId="122666339" sldId="258"/>
            <ac:spMk id="13" creationId="{752C4DE9-49E0-3C29-E652-3FBD8632C1D7}"/>
          </ac:spMkLst>
        </pc:spChg>
        <pc:spChg chg="add">
          <ac:chgData name="stmakatt" userId="S::stmakatt@hochschulekempten.onmicrosoft.com::6ebfdbce-4b09-4207-8a01-67e48fa59848" providerId="AD" clId="Web-{0CACB437-41FB-00C7-5AE4-5A3FC1EF3556}" dt="2026-01-15T01:56:20.370" v="15"/>
          <ac:spMkLst>
            <pc:docMk/>
            <pc:sldMk cId="122666339" sldId="258"/>
            <ac:spMk id="14" creationId="{829F665E-9F69-DEDC-5C2B-44CE60571432}"/>
          </ac:spMkLst>
        </pc:spChg>
        <pc:spChg chg="add">
          <ac:chgData name="stmakatt" userId="S::stmakatt@hochschulekempten.onmicrosoft.com::6ebfdbce-4b09-4207-8a01-67e48fa59848" providerId="AD" clId="Web-{0CACB437-41FB-00C7-5AE4-5A3FC1EF3556}" dt="2026-01-15T01:56:20.370" v="15"/>
          <ac:spMkLst>
            <pc:docMk/>
            <pc:sldMk cId="122666339" sldId="258"/>
            <ac:spMk id="15" creationId="{B7D06C02-E1A7-BE6A-A8F6-67AB1D75C803}"/>
          </ac:spMkLst>
        </pc:spChg>
      </pc:sldChg>
      <pc:sldChg chg="addSp delSp modSp">
        <pc:chgData name="stmakatt" userId="S::stmakatt@hochschulekempten.onmicrosoft.com::6ebfdbce-4b09-4207-8a01-67e48fa59848" providerId="AD" clId="Web-{0CACB437-41FB-00C7-5AE4-5A3FC1EF3556}" dt="2026-01-15T01:56:35.715" v="20"/>
        <pc:sldMkLst>
          <pc:docMk/>
          <pc:sldMk cId="2460720788" sldId="259"/>
        </pc:sldMkLst>
        <pc:spChg chg="add del">
          <ac:chgData name="stmakatt" userId="S::stmakatt@hochschulekempten.onmicrosoft.com::6ebfdbce-4b09-4207-8a01-67e48fa59848" providerId="AD" clId="Web-{0CACB437-41FB-00C7-5AE4-5A3FC1EF3556}" dt="2026-01-15T01:56:13.979" v="10"/>
          <ac:spMkLst>
            <pc:docMk/>
            <pc:sldMk cId="2460720788" sldId="259"/>
            <ac:spMk id="3" creationId="{5586A724-0289-D709-FA78-687CA6F1DB81}"/>
          </ac:spMkLst>
        </pc:spChg>
        <pc:spChg chg="add del">
          <ac:chgData name="stmakatt" userId="S::stmakatt@hochschulekempten.onmicrosoft.com::6ebfdbce-4b09-4207-8a01-67e48fa59848" providerId="AD" clId="Web-{0CACB437-41FB-00C7-5AE4-5A3FC1EF3556}" dt="2026-01-15T01:56:13.979" v="9"/>
          <ac:spMkLst>
            <pc:docMk/>
            <pc:sldMk cId="2460720788" sldId="259"/>
            <ac:spMk id="4" creationId="{752C4DE9-49E0-3C29-E652-3FBD8632C1D7}"/>
          </ac:spMkLst>
        </pc:spChg>
        <pc:spChg chg="add del">
          <ac:chgData name="stmakatt" userId="S::stmakatt@hochschulekempten.onmicrosoft.com::6ebfdbce-4b09-4207-8a01-67e48fa59848" providerId="AD" clId="Web-{0CACB437-41FB-00C7-5AE4-5A3FC1EF3556}" dt="2026-01-15T01:56:13.979" v="8"/>
          <ac:spMkLst>
            <pc:docMk/>
            <pc:sldMk cId="2460720788" sldId="259"/>
            <ac:spMk id="6" creationId="{829F665E-9F69-DEDC-5C2B-44CE60571432}"/>
          </ac:spMkLst>
        </pc:spChg>
        <pc:spChg chg="add del">
          <ac:chgData name="stmakatt" userId="S::stmakatt@hochschulekempten.onmicrosoft.com::6ebfdbce-4b09-4207-8a01-67e48fa59848" providerId="AD" clId="Web-{0CACB437-41FB-00C7-5AE4-5A3FC1EF3556}" dt="2026-01-15T01:56:13.979" v="7"/>
          <ac:spMkLst>
            <pc:docMk/>
            <pc:sldMk cId="2460720788" sldId="259"/>
            <ac:spMk id="8" creationId="{B7D06C02-E1A7-BE6A-A8F6-67AB1D75C803}"/>
          </ac:spMkLst>
        </pc:spChg>
        <pc:spChg chg="add del">
          <ac:chgData name="stmakatt" userId="S::stmakatt@hochschulekempten.onmicrosoft.com::6ebfdbce-4b09-4207-8a01-67e48fa59848" providerId="AD" clId="Web-{0CACB437-41FB-00C7-5AE4-5A3FC1EF3556}" dt="2026-01-15T01:56:13.979" v="6"/>
          <ac:spMkLst>
            <pc:docMk/>
            <pc:sldMk cId="2460720788" sldId="259"/>
            <ac:spMk id="10" creationId="{0A029563-6D46-8AC5-D415-0B9F3A96ACD0}"/>
          </ac:spMkLst>
        </pc:spChg>
        <pc:spChg chg="add del">
          <ac:chgData name="stmakatt" userId="S::stmakatt@hochschulekempten.onmicrosoft.com::6ebfdbce-4b09-4207-8a01-67e48fa59848" providerId="AD" clId="Web-{0CACB437-41FB-00C7-5AE4-5A3FC1EF3556}" dt="2026-01-15T01:56:13.979" v="5"/>
          <ac:spMkLst>
            <pc:docMk/>
            <pc:sldMk cId="2460720788" sldId="259"/>
            <ac:spMk id="11" creationId="{0025A932-33C3-39C4-042F-A95C2BBE4D0F}"/>
          </ac:spMkLst>
        </pc:spChg>
        <pc:spChg chg="add del">
          <ac:chgData name="stmakatt" userId="S::stmakatt@hochschulekempten.onmicrosoft.com::6ebfdbce-4b09-4207-8a01-67e48fa59848" providerId="AD" clId="Web-{0CACB437-41FB-00C7-5AE4-5A3FC1EF3556}" dt="2026-01-15T01:56:13.979" v="4"/>
          <ac:spMkLst>
            <pc:docMk/>
            <pc:sldMk cId="2460720788" sldId="259"/>
            <ac:spMk id="12" creationId="{5FDB54E7-3029-304F-6D71-3B3436C69012}"/>
          </ac:spMkLst>
        </pc:spChg>
        <pc:spChg chg="add del">
          <ac:chgData name="stmakatt" userId="S::stmakatt@hochschulekempten.onmicrosoft.com::6ebfdbce-4b09-4207-8a01-67e48fa59848" providerId="AD" clId="Web-{0CACB437-41FB-00C7-5AE4-5A3FC1EF3556}" dt="2026-01-15T01:56:13.979" v="3"/>
          <ac:spMkLst>
            <pc:docMk/>
            <pc:sldMk cId="2460720788" sldId="259"/>
            <ac:spMk id="13" creationId="{47E3FDAB-172C-752E-75AD-3B00EC749988}"/>
          </ac:spMkLst>
        </pc:spChg>
        <pc:spChg chg="add mod">
          <ac:chgData name="stmakatt" userId="S::stmakatt@hochschulekempten.onmicrosoft.com::6ebfdbce-4b09-4207-8a01-67e48fa59848" providerId="AD" clId="Web-{0CACB437-41FB-00C7-5AE4-5A3FC1EF3556}" dt="2026-01-15T01:56:35.715" v="20"/>
          <ac:spMkLst>
            <pc:docMk/>
            <pc:sldMk cId="2460720788" sldId="259"/>
            <ac:spMk id="14" creationId="{45F80E12-0667-2818-FAE0-15D5EEA9C018}"/>
          </ac:spMkLst>
        </pc:spChg>
        <pc:spChg chg="add mod">
          <ac:chgData name="stmakatt" userId="S::stmakatt@hochschulekempten.onmicrosoft.com::6ebfdbce-4b09-4207-8a01-67e48fa59848" providerId="AD" clId="Web-{0CACB437-41FB-00C7-5AE4-5A3FC1EF3556}" dt="2026-01-15T01:56:31.027" v="18" actId="14100"/>
          <ac:spMkLst>
            <pc:docMk/>
            <pc:sldMk cId="2460720788" sldId="259"/>
            <ac:spMk id="15" creationId="{A39BB71A-843A-6677-631B-8BBC68C90152}"/>
          </ac:spMkLst>
        </pc:spChg>
        <pc:spChg chg="add">
          <ac:chgData name="stmakatt" userId="S::stmakatt@hochschulekempten.onmicrosoft.com::6ebfdbce-4b09-4207-8a01-67e48fa59848" providerId="AD" clId="Web-{0CACB437-41FB-00C7-5AE4-5A3FC1EF3556}" dt="2026-01-15T01:56:24.652" v="16"/>
          <ac:spMkLst>
            <pc:docMk/>
            <pc:sldMk cId="2460720788" sldId="259"/>
            <ac:spMk id="16" creationId="{EFA391FC-0744-EB5F-B216-1DC081DDA5D9}"/>
          </ac:spMkLst>
        </pc:spChg>
        <pc:spChg chg="add">
          <ac:chgData name="stmakatt" userId="S::stmakatt@hochschulekempten.onmicrosoft.com::6ebfdbce-4b09-4207-8a01-67e48fa59848" providerId="AD" clId="Web-{0CACB437-41FB-00C7-5AE4-5A3FC1EF3556}" dt="2026-01-15T01:56:24.652" v="16"/>
          <ac:spMkLst>
            <pc:docMk/>
            <pc:sldMk cId="2460720788" sldId="259"/>
            <ac:spMk id="17" creationId="{09E23040-C6F0-1CBA-ABB7-810465E43996}"/>
          </ac:spMkLst>
        </pc:spChg>
      </pc:sldChg>
      <pc:sldChg chg="addSp modSp">
        <pc:chgData name="stmakatt" userId="S::stmakatt@hochschulekempten.onmicrosoft.com::6ebfdbce-4b09-4207-8a01-67e48fa59848" providerId="AD" clId="Web-{0CACB437-41FB-00C7-5AE4-5A3FC1EF3556}" dt="2026-01-15T01:56:52.420" v="34"/>
        <pc:sldMkLst>
          <pc:docMk/>
          <pc:sldMk cId="769635094" sldId="260"/>
        </pc:sldMkLst>
        <pc:spChg chg="add mod">
          <ac:chgData name="stmakatt" userId="S::stmakatt@hochschulekempten.onmicrosoft.com::6ebfdbce-4b09-4207-8a01-67e48fa59848" providerId="AD" clId="Web-{0CACB437-41FB-00C7-5AE4-5A3FC1EF3556}" dt="2026-01-15T01:56:50.123" v="33"/>
          <ac:spMkLst>
            <pc:docMk/>
            <pc:sldMk cId="769635094" sldId="260"/>
            <ac:spMk id="3" creationId="{CD96140C-692A-CF6A-ED46-0189055015BC}"/>
          </ac:spMkLst>
        </pc:spChg>
        <pc:spChg chg="add mod">
          <ac:chgData name="stmakatt" userId="S::stmakatt@hochschulekempten.onmicrosoft.com::6ebfdbce-4b09-4207-8a01-67e48fa59848" providerId="AD" clId="Web-{0CACB437-41FB-00C7-5AE4-5A3FC1EF3556}" dt="2026-01-15T01:56:43.435" v="28" actId="14100"/>
          <ac:spMkLst>
            <pc:docMk/>
            <pc:sldMk cId="769635094" sldId="260"/>
            <ac:spMk id="4" creationId="{B2D28F33-7B5C-0C0E-D6B9-73B4983735F3}"/>
          </ac:spMkLst>
        </pc:spChg>
        <pc:spChg chg="add mod">
          <ac:chgData name="stmakatt" userId="S::stmakatt@hochschulekempten.onmicrosoft.com::6ebfdbce-4b09-4207-8a01-67e48fa59848" providerId="AD" clId="Web-{0CACB437-41FB-00C7-5AE4-5A3FC1EF3556}" dt="2026-01-15T01:56:52.420" v="34"/>
          <ac:spMkLst>
            <pc:docMk/>
            <pc:sldMk cId="769635094" sldId="260"/>
            <ac:spMk id="6" creationId="{DCC4E08E-936B-D8F6-D876-0B8039C79442}"/>
          </ac:spMkLst>
        </pc:spChg>
        <pc:spChg chg="add mod">
          <ac:chgData name="stmakatt" userId="S::stmakatt@hochschulekempten.onmicrosoft.com::6ebfdbce-4b09-4207-8a01-67e48fa59848" providerId="AD" clId="Web-{0CACB437-41FB-00C7-5AE4-5A3FC1EF3556}" dt="2026-01-15T01:56:43.435" v="26" actId="14100"/>
          <ac:spMkLst>
            <pc:docMk/>
            <pc:sldMk cId="769635094" sldId="260"/>
            <ac:spMk id="7" creationId="{B2C3D72C-EFEA-9434-E482-FF7CBCD93498}"/>
          </ac:spMkLst>
        </pc:spChg>
      </pc:sldChg>
      <pc:sldChg chg="addSp modSp">
        <pc:chgData name="stmakatt" userId="S::stmakatt@hochschulekempten.onmicrosoft.com::6ebfdbce-4b09-4207-8a01-67e48fa59848" providerId="AD" clId="Web-{0CACB437-41FB-00C7-5AE4-5A3FC1EF3556}" dt="2026-01-15T01:57:07.140" v="39"/>
        <pc:sldMkLst>
          <pc:docMk/>
          <pc:sldMk cId="568726974" sldId="262"/>
        </pc:sldMkLst>
        <pc:spChg chg="add mod">
          <ac:chgData name="stmakatt" userId="S::stmakatt@hochschulekempten.onmicrosoft.com::6ebfdbce-4b09-4207-8a01-67e48fa59848" providerId="AD" clId="Web-{0CACB437-41FB-00C7-5AE4-5A3FC1EF3556}" dt="2026-01-15T01:57:07.140" v="39"/>
          <ac:spMkLst>
            <pc:docMk/>
            <pc:sldMk cId="568726974" sldId="262"/>
            <ac:spMk id="5" creationId="{98F7093A-203A-3F42-8EEC-40943D521993}"/>
          </ac:spMkLst>
        </pc:spChg>
        <pc:spChg chg="add">
          <ac:chgData name="stmakatt" userId="S::stmakatt@hochschulekempten.onmicrosoft.com::6ebfdbce-4b09-4207-8a01-67e48fa59848" providerId="AD" clId="Web-{0CACB437-41FB-00C7-5AE4-5A3FC1EF3556}" dt="2026-01-15T01:56:54.983" v="35"/>
          <ac:spMkLst>
            <pc:docMk/>
            <pc:sldMk cId="568726974" sldId="262"/>
            <ac:spMk id="6" creationId="{74740AA2-0BB9-9688-0AA6-0F0372074092}"/>
          </ac:spMkLst>
        </pc:spChg>
        <pc:spChg chg="add">
          <ac:chgData name="stmakatt" userId="S::stmakatt@hochschulekempten.onmicrosoft.com::6ebfdbce-4b09-4207-8a01-67e48fa59848" providerId="AD" clId="Web-{0CACB437-41FB-00C7-5AE4-5A3FC1EF3556}" dt="2026-01-15T01:56:54.983" v="35"/>
          <ac:spMkLst>
            <pc:docMk/>
            <pc:sldMk cId="568726974" sldId="262"/>
            <ac:spMk id="8" creationId="{421A0A53-FD5F-0F67-181B-2231A84153C4}"/>
          </ac:spMkLst>
        </pc:spChg>
        <pc:spChg chg="add mod">
          <ac:chgData name="stmakatt" userId="S::stmakatt@hochschulekempten.onmicrosoft.com::6ebfdbce-4b09-4207-8a01-67e48fa59848" providerId="AD" clId="Web-{0CACB437-41FB-00C7-5AE4-5A3FC1EF3556}" dt="2026-01-15T01:57:01.765" v="37" actId="14100"/>
          <ac:spMkLst>
            <pc:docMk/>
            <pc:sldMk cId="568726974" sldId="262"/>
            <ac:spMk id="15" creationId="{F65C171F-162F-CE32-1169-352EBE4401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BFDAB-A004-4D41-A1E9-FF209A1FA311}" type="datetimeFigureOut">
              <a:t>14.01.2026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755B7-AF5D-45BC-ADFB-34997C20F616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363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84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03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47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85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8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13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67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1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07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360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49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963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Canalchecker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Autonomer Kanalinspektionsroboter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BABE45-4426-28A7-2ADC-A2102F12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Diskussionspunkte</a:t>
            </a:r>
            <a:endParaRPr lang="de-DE" b="1" dirty="0">
              <a:ea typeface="Calibri Light"/>
              <a:cs typeface="Calibri Light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B63FDF3-BA03-9636-DA8B-C03AFAE8EC31}"/>
              </a:ext>
            </a:extLst>
          </p:cNvPr>
          <p:cNvSpPr/>
          <p:nvPr/>
        </p:nvSpPr>
        <p:spPr>
          <a:xfrm>
            <a:off x="3948546" y="2007260"/>
            <a:ext cx="4284514" cy="917368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Übersicht und Zielsetzung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2E45B8F-981B-FA02-1B2D-DC00BF8828F8}"/>
              </a:ext>
            </a:extLst>
          </p:cNvPr>
          <p:cNvSpPr/>
          <p:nvPr/>
        </p:nvSpPr>
        <p:spPr>
          <a:xfrm>
            <a:off x="3952504" y="2931556"/>
            <a:ext cx="4284513" cy="917368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Randbedingungen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702A3CE-90CA-81D8-39F6-170F351E48A4}"/>
              </a:ext>
            </a:extLst>
          </p:cNvPr>
          <p:cNvSpPr/>
          <p:nvPr/>
        </p:nvSpPr>
        <p:spPr>
          <a:xfrm>
            <a:off x="3952504" y="3851894"/>
            <a:ext cx="4284513" cy="917368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Demonstrationen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516E8128-30AA-0BFB-D244-1EB02BCFB56D}"/>
              </a:ext>
            </a:extLst>
          </p:cNvPr>
          <p:cNvSpPr/>
          <p:nvPr/>
        </p:nvSpPr>
        <p:spPr>
          <a:xfrm>
            <a:off x="3952504" y="4772231"/>
            <a:ext cx="4284513" cy="917368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Investitionspakete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05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105DD-69C5-DB21-6EB2-9415734C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Übersicht und </a:t>
            </a:r>
            <a:r>
              <a:rPr lang="de-DE" b="1" err="1"/>
              <a:t>zielsetzung</a:t>
            </a:r>
            <a:endParaRPr lang="de-DE" b="1">
              <a:ea typeface="Calibri Light"/>
              <a:cs typeface="Calibri Light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1579D76-3985-C545-EFE9-59B48B769734}"/>
              </a:ext>
            </a:extLst>
          </p:cNvPr>
          <p:cNvSpPr/>
          <p:nvPr/>
        </p:nvSpPr>
        <p:spPr>
          <a:xfrm>
            <a:off x="682831" y="2066636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ENTWICKLER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ea typeface="Calibri"/>
                <a:cs typeface="Calibri"/>
              </a:rPr>
              <a:t>Yannik Bachhuber</a:t>
            </a:r>
            <a:endParaRPr lang="de-DE" dirty="0"/>
          </a:p>
          <a:p>
            <a:pPr algn="ctr"/>
            <a:r>
              <a:rPr lang="de-DE" dirty="0">
                <a:ea typeface="Calibri"/>
                <a:cs typeface="Calibri"/>
              </a:rPr>
              <a:t>Marcel </a:t>
            </a:r>
            <a:r>
              <a:rPr lang="de-DE" err="1">
                <a:ea typeface="Calibri"/>
                <a:cs typeface="Calibri"/>
              </a:rPr>
              <a:t>Kattirs</a:t>
            </a:r>
            <a:endParaRPr lang="de-DE">
              <a:ea typeface="Calibri"/>
              <a:cs typeface="Calibri"/>
            </a:endParaRP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ea typeface="Calibri"/>
                <a:cs typeface="Calibri"/>
              </a:rPr>
              <a:t>III. Semester Robotik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FF8DCEF-B4ED-9F46-99B9-772DF9CBA222}"/>
              </a:ext>
            </a:extLst>
          </p:cNvPr>
          <p:cNvSpPr/>
          <p:nvPr/>
        </p:nvSpPr>
        <p:spPr>
          <a:xfrm>
            <a:off x="4728687" y="2066635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ZEITRAHMEN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ea typeface="Calibri"/>
                <a:cs typeface="Calibri"/>
              </a:rPr>
              <a:t>150h über 4 Monate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06F4620-28AE-271E-F1D6-F309311B0516}"/>
              </a:ext>
            </a:extLst>
          </p:cNvPr>
          <p:cNvSpPr/>
          <p:nvPr/>
        </p:nvSpPr>
        <p:spPr>
          <a:xfrm>
            <a:off x="8774544" y="2066635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FRAMEWORKS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ea typeface="Calibri"/>
                <a:cs typeface="Calibri"/>
              </a:rPr>
              <a:t>Fokus auf Open Source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ROS2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 err="1">
                <a:ea typeface="Calibri"/>
                <a:cs typeface="Calibri"/>
              </a:rPr>
              <a:t>OpenCV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31801A00-E0B8-B0D5-FFB5-5B7026A15852}"/>
              </a:ext>
            </a:extLst>
          </p:cNvPr>
          <p:cNvSpPr/>
          <p:nvPr/>
        </p:nvSpPr>
        <p:spPr>
          <a:xfrm>
            <a:off x="682831" y="4506850"/>
            <a:ext cx="365149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ZIEL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Autonome Inspektion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Folgen anderer Roboter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Modular und erweiterbar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8C46C2D-6596-056C-C935-FE68D9A3ECC6}"/>
              </a:ext>
            </a:extLst>
          </p:cNvPr>
          <p:cNvSpPr/>
          <p:nvPr/>
        </p:nvSpPr>
        <p:spPr>
          <a:xfrm>
            <a:off x="7858330" y="4506849"/>
            <a:ext cx="365149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TESTSTRECKE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Rohrlänge 3m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Rohrdurchmesser 379mm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5586A724-0289-D709-FA78-687CA6F1DB81}"/>
              </a:ext>
            </a:extLst>
          </p:cNvPr>
          <p:cNvSpPr/>
          <p:nvPr/>
        </p:nvSpPr>
        <p:spPr>
          <a:xfrm>
            <a:off x="0" y="-1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1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52C4DE9-49E0-3C29-E652-3FBD8632C1D7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2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829F665E-9F69-DEDC-5C2B-44CE60571432}"/>
              </a:ext>
            </a:extLst>
          </p:cNvPr>
          <p:cNvSpPr/>
          <p:nvPr/>
        </p:nvSpPr>
        <p:spPr>
          <a:xfrm>
            <a:off x="1563584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B7D06C02-E1A7-BE6A-A8F6-67AB1D75C803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266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AE1B92-85E0-68F6-D343-20FCAC96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Randbedingungen</a:t>
            </a:r>
            <a:endParaRPr lang="de-DE" b="1" dirty="0">
              <a:ea typeface="Calibri Light"/>
              <a:cs typeface="Calibri Light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63BB17A4-8F7E-DE50-E985-2A85447DCA13}"/>
              </a:ext>
            </a:extLst>
          </p:cNvPr>
          <p:cNvSpPr/>
          <p:nvPr/>
        </p:nvSpPr>
        <p:spPr>
          <a:xfrm>
            <a:off x="682831" y="2066636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ORIENTIERUNG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 err="1">
                <a:ea typeface="Calibri"/>
                <a:cs typeface="Calibri"/>
              </a:rPr>
              <a:t>ArUco</a:t>
            </a:r>
            <a:r>
              <a:rPr lang="de-DE" dirty="0">
                <a:ea typeface="Calibri"/>
                <a:cs typeface="Calibri"/>
              </a:rPr>
              <a:t> Marker in Sicht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ID 0 zur Orientierung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ID 69 auf Robotern</a:t>
            </a:r>
          </a:p>
          <a:p>
            <a:pPr algn="ctr"/>
            <a:endParaRPr lang="de-DE" dirty="0">
              <a:ea typeface="Calibri"/>
              <a:cs typeface="Calibri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1927ECF-6465-3040-17C0-D7440871191F}"/>
              </a:ext>
            </a:extLst>
          </p:cNvPr>
          <p:cNvSpPr/>
          <p:nvPr/>
        </p:nvSpPr>
        <p:spPr>
          <a:xfrm>
            <a:off x="4728687" y="2066635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ZEITRAHMEN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ea typeface="Calibri"/>
                <a:cs typeface="Calibri"/>
              </a:rPr>
              <a:t>150h über 4 Monate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8738424D-B6D7-6ED7-12DB-64F21F1561BD}"/>
              </a:ext>
            </a:extLst>
          </p:cNvPr>
          <p:cNvSpPr/>
          <p:nvPr/>
        </p:nvSpPr>
        <p:spPr>
          <a:xfrm>
            <a:off x="8774544" y="2066635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FRAMEWORKS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ea typeface="Calibri"/>
                <a:cs typeface="Calibri"/>
              </a:rPr>
              <a:t>Fokus auf Open Source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ROS2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 err="1">
                <a:ea typeface="Calibri"/>
                <a:cs typeface="Calibri"/>
              </a:rPr>
              <a:t>OpenCV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45F80E12-0667-2818-FAE0-15D5EEA9C018}"/>
              </a:ext>
            </a:extLst>
          </p:cNvPr>
          <p:cNvSpPr/>
          <p:nvPr/>
        </p:nvSpPr>
        <p:spPr>
          <a:xfrm>
            <a:off x="0" y="-1"/>
            <a:ext cx="781792" cy="33564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1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39BB71A-843A-6677-631B-8BBC68C90152}"/>
              </a:ext>
            </a:extLst>
          </p:cNvPr>
          <p:cNvSpPr/>
          <p:nvPr/>
        </p:nvSpPr>
        <p:spPr>
          <a:xfrm>
            <a:off x="781792" y="-1"/>
            <a:ext cx="781792" cy="54510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2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FA391FC-0744-EB5F-B216-1DC081DDA5D9}"/>
              </a:ext>
            </a:extLst>
          </p:cNvPr>
          <p:cNvSpPr/>
          <p:nvPr/>
        </p:nvSpPr>
        <p:spPr>
          <a:xfrm>
            <a:off x="1563584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3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09E23040-C6F0-1CBA-ABB7-810465E43996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6072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176C48-15D0-2A51-5E60-2F1F43F3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Demonstration</a:t>
            </a:r>
            <a:endParaRPr lang="de-DE" b="1" dirty="0">
              <a:ea typeface="Calibri Light"/>
              <a:cs typeface="Calibri Light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11A30A6-6D2E-0A71-A95A-21D24EA33252}"/>
              </a:ext>
            </a:extLst>
          </p:cNvPr>
          <p:cNvSpPr/>
          <p:nvPr/>
        </p:nvSpPr>
        <p:spPr>
          <a:xfrm>
            <a:off x="4728688" y="2511136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DEMO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ea typeface="Calibri"/>
                <a:cs typeface="Calibri"/>
              </a:rPr>
              <a:t>Live an der Strecke oder Video zeigen</a:t>
            </a:r>
            <a:endParaRPr lang="de-DE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CD96140C-692A-CF6A-ED46-0189055015BC}"/>
              </a:ext>
            </a:extLst>
          </p:cNvPr>
          <p:cNvSpPr/>
          <p:nvPr/>
        </p:nvSpPr>
        <p:spPr>
          <a:xfrm>
            <a:off x="0" y="-1"/>
            <a:ext cx="781792" cy="33564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1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B2D28F33-7B5C-0C0E-D6B9-73B4983735F3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2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DCC4E08E-936B-D8F6-D876-0B8039C79442}"/>
              </a:ext>
            </a:extLst>
          </p:cNvPr>
          <p:cNvSpPr/>
          <p:nvPr/>
        </p:nvSpPr>
        <p:spPr>
          <a:xfrm>
            <a:off x="1563584" y="-1"/>
            <a:ext cx="772721" cy="54510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3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B2C3D72C-EFEA-9434-E482-FF7CBCD93498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6963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2B4FC-419D-AB79-490D-A911AEE5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>
                <a:ea typeface="Calibri Light"/>
                <a:cs typeface="Calibri Light"/>
              </a:rPr>
              <a:t>Investitionspakete</a:t>
            </a:r>
            <a:endParaRPr lang="de-DE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FA7CA1C-3BF7-F9C4-2F43-4068232A9535}"/>
              </a:ext>
            </a:extLst>
          </p:cNvPr>
          <p:cNvSpPr/>
          <p:nvPr/>
        </p:nvSpPr>
        <p:spPr>
          <a:xfrm>
            <a:off x="682831" y="2982850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Arial"/>
              <a:buChar char="•"/>
            </a:pPr>
            <a:r>
              <a:rPr lang="de-DE" err="1">
                <a:ea typeface="Calibri"/>
                <a:cs typeface="Calibri"/>
              </a:rPr>
              <a:t>Canalchecker</a:t>
            </a:r>
            <a:r>
              <a:rPr lang="de-DE" dirty="0">
                <a:ea typeface="Calibri"/>
                <a:cs typeface="Calibri"/>
              </a:rPr>
              <a:t> IP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1 Roboter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0F99993A-C891-823C-C9F4-A83291A1E78D}"/>
              </a:ext>
            </a:extLst>
          </p:cNvPr>
          <p:cNvSpPr/>
          <p:nvPr/>
        </p:nvSpPr>
        <p:spPr>
          <a:xfrm>
            <a:off x="682830" y="2066635"/>
            <a:ext cx="2740723" cy="91571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BASISPAKET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59D5D9C-43AA-45AF-B6C4-13420D6AA0D4}"/>
              </a:ext>
            </a:extLst>
          </p:cNvPr>
          <p:cNvSpPr/>
          <p:nvPr/>
        </p:nvSpPr>
        <p:spPr>
          <a:xfrm>
            <a:off x="682829" y="4815277"/>
            <a:ext cx="2740723" cy="91571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dirty="0">
                <a:solidFill>
                  <a:schemeClr val="bg1"/>
                </a:solidFill>
                <a:ea typeface="Calibri"/>
                <a:cs typeface="Calibri"/>
              </a:rPr>
              <a:t>20.000 €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  <a:ea typeface="Calibri"/>
                <a:cs typeface="Calibri"/>
              </a:rPr>
              <a:t>0 € / Jahr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4CFE0ED7-9C11-407E-F382-6114E39D0D4C}"/>
              </a:ext>
            </a:extLst>
          </p:cNvPr>
          <p:cNvSpPr/>
          <p:nvPr/>
        </p:nvSpPr>
        <p:spPr>
          <a:xfrm>
            <a:off x="4728687" y="2066634"/>
            <a:ext cx="2740723" cy="91571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ECONOMY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A659416-2F71-1213-BD09-FDCD1A5F9CB1}"/>
              </a:ext>
            </a:extLst>
          </p:cNvPr>
          <p:cNvSpPr/>
          <p:nvPr/>
        </p:nvSpPr>
        <p:spPr>
          <a:xfrm>
            <a:off x="8774543" y="2066633"/>
            <a:ext cx="2740723" cy="91571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b="1" u="sng" dirty="0">
                <a:solidFill>
                  <a:schemeClr val="bg1"/>
                </a:solidFill>
                <a:ea typeface="Calibri"/>
                <a:cs typeface="Calibri"/>
              </a:rPr>
              <a:t>PREMIUM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D4CA37DE-40B0-A1EE-A8C2-76F605D11F1B}"/>
              </a:ext>
            </a:extLst>
          </p:cNvPr>
          <p:cNvSpPr/>
          <p:nvPr/>
        </p:nvSpPr>
        <p:spPr>
          <a:xfrm>
            <a:off x="4728687" y="2982849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Arial"/>
              <a:buChar char="•"/>
            </a:pPr>
            <a:r>
              <a:rPr lang="de-DE" err="1">
                <a:ea typeface="Calibri"/>
                <a:cs typeface="Calibri"/>
              </a:rPr>
              <a:t>Canalchecker</a:t>
            </a:r>
            <a:r>
              <a:rPr lang="de-DE" dirty="0">
                <a:ea typeface="Calibri"/>
                <a:cs typeface="Calibri"/>
              </a:rPr>
              <a:t> IP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2 Roboter</a:t>
            </a:r>
          </a:p>
          <a:p>
            <a:pPr marL="285750" indent="-285750" algn="ctr">
              <a:buFont typeface="Arial"/>
              <a:buChar char="•"/>
            </a:pPr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Grundlegender Entwicklungssupport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74118BB0-894E-81BB-801D-5EAB0E37CF2D}"/>
              </a:ext>
            </a:extLst>
          </p:cNvPr>
          <p:cNvSpPr/>
          <p:nvPr/>
        </p:nvSpPr>
        <p:spPr>
          <a:xfrm>
            <a:off x="4728685" y="4815276"/>
            <a:ext cx="2740723" cy="91571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dirty="0">
                <a:solidFill>
                  <a:schemeClr val="bg1"/>
                </a:solidFill>
                <a:ea typeface="Calibri"/>
                <a:cs typeface="Calibri"/>
              </a:rPr>
              <a:t>23.000 €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  <a:ea typeface="Calibri"/>
                <a:cs typeface="Calibri"/>
              </a:rPr>
              <a:t>0 € / Jahr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06FDA6CD-A364-00EB-449B-C59DFA48224D}"/>
              </a:ext>
            </a:extLst>
          </p:cNvPr>
          <p:cNvSpPr/>
          <p:nvPr/>
        </p:nvSpPr>
        <p:spPr>
          <a:xfrm>
            <a:off x="8774544" y="2982848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Arial"/>
              <a:buChar char="•"/>
            </a:pPr>
            <a:r>
              <a:rPr lang="de-DE" err="1">
                <a:ea typeface="Calibri"/>
                <a:cs typeface="Calibri"/>
              </a:rPr>
              <a:t>Canalchecker</a:t>
            </a:r>
            <a:r>
              <a:rPr lang="de-DE" dirty="0">
                <a:ea typeface="Calibri"/>
                <a:cs typeface="Calibri"/>
              </a:rPr>
              <a:t> IP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4 Roboter</a:t>
            </a:r>
          </a:p>
          <a:p>
            <a:pPr marL="285750" indent="-285750" algn="ctr">
              <a:buFont typeface="Arial"/>
              <a:buChar char="•"/>
            </a:pPr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Erweiterter Entwicklungssupport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3B57D25-29AC-4B04-EC4A-2BABADE15685}"/>
              </a:ext>
            </a:extLst>
          </p:cNvPr>
          <p:cNvSpPr/>
          <p:nvPr/>
        </p:nvSpPr>
        <p:spPr>
          <a:xfrm>
            <a:off x="8774542" y="4815275"/>
            <a:ext cx="2740723" cy="91571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 dirty="0">
                <a:solidFill>
                  <a:schemeClr val="bg1"/>
                </a:solidFill>
                <a:ea typeface="Calibri"/>
                <a:cs typeface="Calibri"/>
              </a:rPr>
              <a:t>32.000 €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  <a:ea typeface="Calibri"/>
                <a:cs typeface="Calibri"/>
              </a:rPr>
              <a:t>2.400 € / Jahr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98F7093A-203A-3F42-8EEC-40943D521993}"/>
              </a:ext>
            </a:extLst>
          </p:cNvPr>
          <p:cNvSpPr/>
          <p:nvPr/>
        </p:nvSpPr>
        <p:spPr>
          <a:xfrm>
            <a:off x="0" y="-1"/>
            <a:ext cx="781792" cy="33564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1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4740AA2-0BB9-9688-0AA6-0F0372074092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2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21A0A53-FD5F-0F67-181B-2231A84153C4}"/>
              </a:ext>
            </a:extLst>
          </p:cNvPr>
          <p:cNvSpPr/>
          <p:nvPr/>
        </p:nvSpPr>
        <p:spPr>
          <a:xfrm>
            <a:off x="1563584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65C171F-162F-CE32-1169-352EBE4401DB}"/>
              </a:ext>
            </a:extLst>
          </p:cNvPr>
          <p:cNvSpPr/>
          <p:nvPr/>
        </p:nvSpPr>
        <p:spPr>
          <a:xfrm>
            <a:off x="2354447" y="-1"/>
            <a:ext cx="772721" cy="54510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872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4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0E0453-72A9-AAFC-460D-1F26FB2F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Kostenanalyse</a:t>
            </a:r>
            <a:br>
              <a:rPr lang="de-DE" b="1" dirty="0"/>
            </a:br>
            <a:r>
              <a:rPr lang="de-DE" b="1" dirty="0"/>
              <a:t>(würde der </a:t>
            </a:r>
            <a:r>
              <a:rPr lang="de-DE" b="1" err="1"/>
              <a:t>kunde</a:t>
            </a:r>
            <a:r>
              <a:rPr lang="de-DE" b="1" dirty="0"/>
              <a:t> nicht sehen)</a:t>
            </a:r>
          </a:p>
        </p:txBody>
      </p:sp>
      <p:pic>
        <p:nvPicPr>
          <p:cNvPr id="4" name="Inhaltsplatzhalter 3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4C787F28-ED87-59AD-4D6C-D8D977A9B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192" y="1803037"/>
            <a:ext cx="10155535" cy="505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086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7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8" baseType="lpstr">
      <vt:lpstr>Banded</vt:lpstr>
      <vt:lpstr>Canalchecker</vt:lpstr>
      <vt:lpstr>Diskussionspunkte</vt:lpstr>
      <vt:lpstr>Übersicht und zielsetzung</vt:lpstr>
      <vt:lpstr>Randbedingungen</vt:lpstr>
      <vt:lpstr>Demonstration</vt:lpstr>
      <vt:lpstr>Investitionspakete</vt:lpstr>
      <vt:lpstr>Kostenanalyse (würde der kunde nicht sehen)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466</cp:revision>
  <dcterms:created xsi:type="dcterms:W3CDTF">2026-01-11T15:05:17Z</dcterms:created>
  <dcterms:modified xsi:type="dcterms:W3CDTF">2026-01-15T01:57:15Z</dcterms:modified>
</cp:coreProperties>
</file>